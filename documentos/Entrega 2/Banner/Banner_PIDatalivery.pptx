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Default Extension="png" ContentType="image/png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</p:sldIdLst>
  <p:sldSz cx="13398500" cy="20104100"/>
  <p:notesSz cx="13398500" cy="201041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5363" y="6232271"/>
            <a:ext cx="11394123" cy="422186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0727" y="11258296"/>
            <a:ext cx="9383395" cy="50260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70242" y="4623943"/>
            <a:ext cx="5831110" cy="13268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903497" y="4623943"/>
            <a:ext cx="5831110" cy="13268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58"/>
            <a:ext cx="13399558" cy="20102447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7062851" y="13325983"/>
            <a:ext cx="5943600" cy="2809875"/>
          </a:xfrm>
          <a:custGeom>
            <a:avLst/>
            <a:gdLst/>
            <a:ahLst/>
            <a:cxnLst/>
            <a:rect l="l" t="t" r="r" b="b"/>
            <a:pathLst>
              <a:path w="5943600" h="2809875">
                <a:moveTo>
                  <a:pt x="5941546" y="1070"/>
                </a:moveTo>
                <a:lnTo>
                  <a:pt x="-1115" y="1070"/>
                </a:lnTo>
                <a:lnTo>
                  <a:pt x="-1115" y="2810247"/>
                </a:lnTo>
                <a:lnTo>
                  <a:pt x="5941546" y="2810247"/>
                </a:lnTo>
                <a:lnTo>
                  <a:pt x="5941546" y="1070"/>
                </a:lnTo>
                <a:close/>
              </a:path>
            </a:pathLst>
          </a:custGeom>
          <a:solidFill>
            <a:srgbClr val="3C3C3C">
              <a:alpha val="3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7062851" y="13325983"/>
            <a:ext cx="5943600" cy="2809875"/>
          </a:xfrm>
          <a:custGeom>
            <a:avLst/>
            <a:gdLst/>
            <a:ahLst/>
            <a:cxnLst/>
            <a:rect l="l" t="t" r="r" b="b"/>
            <a:pathLst>
              <a:path w="5943600" h="2809875">
                <a:moveTo>
                  <a:pt x="-1115" y="2810247"/>
                </a:moveTo>
                <a:lnTo>
                  <a:pt x="5941546" y="2810247"/>
                </a:lnTo>
                <a:lnTo>
                  <a:pt x="5941546" y="1070"/>
                </a:lnTo>
                <a:lnTo>
                  <a:pt x="-1115" y="1070"/>
                </a:lnTo>
                <a:lnTo>
                  <a:pt x="-1115" y="2810247"/>
                </a:lnTo>
                <a:close/>
              </a:path>
            </a:pathLst>
          </a:custGeom>
          <a:ln w="25402">
            <a:solidFill>
              <a:srgbClr val="BEBEB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681037" y="13325983"/>
            <a:ext cx="5943600" cy="2809875"/>
          </a:xfrm>
          <a:custGeom>
            <a:avLst/>
            <a:gdLst/>
            <a:ahLst/>
            <a:cxnLst/>
            <a:rect l="l" t="t" r="r" b="b"/>
            <a:pathLst>
              <a:path w="5943600" h="2809875">
                <a:moveTo>
                  <a:pt x="5942554" y="1070"/>
                </a:moveTo>
                <a:lnTo>
                  <a:pt x="-107" y="1070"/>
                </a:lnTo>
                <a:lnTo>
                  <a:pt x="-107" y="2810247"/>
                </a:lnTo>
                <a:lnTo>
                  <a:pt x="5942554" y="2810247"/>
                </a:lnTo>
                <a:lnTo>
                  <a:pt x="5942554" y="1070"/>
                </a:lnTo>
                <a:close/>
              </a:path>
            </a:pathLst>
          </a:custGeom>
          <a:solidFill>
            <a:srgbClr val="3C3C3C">
              <a:alpha val="3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681037" y="13325983"/>
            <a:ext cx="5943600" cy="2809875"/>
          </a:xfrm>
          <a:custGeom>
            <a:avLst/>
            <a:gdLst/>
            <a:ahLst/>
            <a:cxnLst/>
            <a:rect l="l" t="t" r="r" b="b"/>
            <a:pathLst>
              <a:path w="5943600" h="2809875">
                <a:moveTo>
                  <a:pt x="-107" y="2810247"/>
                </a:moveTo>
                <a:lnTo>
                  <a:pt x="5942554" y="2810247"/>
                </a:lnTo>
                <a:lnTo>
                  <a:pt x="5942554" y="1070"/>
                </a:lnTo>
                <a:lnTo>
                  <a:pt x="-107" y="1070"/>
                </a:lnTo>
                <a:lnTo>
                  <a:pt x="-107" y="2810247"/>
                </a:lnTo>
                <a:close/>
              </a:path>
            </a:pathLst>
          </a:custGeom>
          <a:ln w="25402">
            <a:solidFill>
              <a:srgbClr val="BEBEB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3014598" y="9411588"/>
            <a:ext cx="7696200" cy="3409950"/>
          </a:xfrm>
          <a:custGeom>
            <a:avLst/>
            <a:gdLst/>
            <a:ahLst/>
            <a:cxnLst/>
            <a:rect l="l" t="t" r="r" b="b"/>
            <a:pathLst>
              <a:path w="7696200" h="3409950">
                <a:moveTo>
                  <a:pt x="7694508" y="1688"/>
                </a:moveTo>
                <a:lnTo>
                  <a:pt x="-475" y="1688"/>
                </a:lnTo>
                <a:lnTo>
                  <a:pt x="-475" y="3410845"/>
                </a:lnTo>
                <a:lnTo>
                  <a:pt x="7694508" y="3410845"/>
                </a:lnTo>
                <a:lnTo>
                  <a:pt x="7694508" y="1688"/>
                </a:lnTo>
                <a:close/>
              </a:path>
            </a:pathLst>
          </a:custGeom>
          <a:solidFill>
            <a:srgbClr val="3C3C3C">
              <a:alpha val="3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3014598" y="9411588"/>
            <a:ext cx="7696200" cy="3409950"/>
          </a:xfrm>
          <a:custGeom>
            <a:avLst/>
            <a:gdLst/>
            <a:ahLst/>
            <a:cxnLst/>
            <a:rect l="l" t="t" r="r" b="b"/>
            <a:pathLst>
              <a:path w="7696200" h="3409950">
                <a:moveTo>
                  <a:pt x="-475" y="3410845"/>
                </a:moveTo>
                <a:lnTo>
                  <a:pt x="7694508" y="3410845"/>
                </a:lnTo>
                <a:lnTo>
                  <a:pt x="7694508" y="1688"/>
                </a:lnTo>
                <a:lnTo>
                  <a:pt x="-475" y="1688"/>
                </a:lnTo>
                <a:lnTo>
                  <a:pt x="-475" y="3410845"/>
                </a:lnTo>
                <a:close/>
              </a:path>
            </a:pathLst>
          </a:custGeom>
          <a:ln w="25402">
            <a:solidFill>
              <a:srgbClr val="BEBEB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70242" y="804164"/>
            <a:ext cx="12064365" cy="321665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70242" y="4623943"/>
            <a:ext cx="12064365" cy="13268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557649" y="18696814"/>
            <a:ext cx="4289552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70242" y="18696814"/>
            <a:ext cx="3083115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9651492" y="18696814"/>
            <a:ext cx="3083115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51732" y="2555469"/>
            <a:ext cx="1705610" cy="3111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u="sng" sz="18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Sobre</a:t>
            </a:r>
            <a:r>
              <a:rPr dirty="0" u="sng" sz="1850" spc="-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8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</a:t>
            </a:r>
            <a:r>
              <a:rPr dirty="0" u="sng" sz="1850" spc="-3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850" spc="-1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equipe</a:t>
            </a:r>
            <a:endParaRPr sz="185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351732" y="3130434"/>
            <a:ext cx="6142990" cy="1020444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algn="just" marL="12700" marR="5080" indent="820419">
              <a:lnSpc>
                <a:spcPct val="102600"/>
              </a:lnSpc>
              <a:spcBef>
                <a:spcPts val="85"/>
              </a:spcBef>
            </a:pPr>
            <a:r>
              <a:rPr dirty="0" sz="1250">
                <a:latin typeface="Arial MT"/>
                <a:cs typeface="Arial MT"/>
              </a:rPr>
              <a:t>A</a:t>
            </a:r>
            <a:r>
              <a:rPr dirty="0" sz="1250" spc="409">
                <a:latin typeface="Arial MT"/>
                <a:cs typeface="Arial MT"/>
              </a:rPr>
              <a:t> </a:t>
            </a:r>
            <a:r>
              <a:rPr dirty="0" sz="1250">
                <a:latin typeface="Arial MT"/>
                <a:cs typeface="Arial MT"/>
              </a:rPr>
              <a:t>equipe</a:t>
            </a:r>
            <a:r>
              <a:rPr dirty="0" sz="1250" spc="385">
                <a:latin typeface="Arial MT"/>
                <a:cs typeface="Arial MT"/>
              </a:rPr>
              <a:t> </a:t>
            </a:r>
            <a:r>
              <a:rPr dirty="0" sz="1250">
                <a:latin typeface="Arial MT"/>
                <a:cs typeface="Arial MT"/>
              </a:rPr>
              <a:t>da</a:t>
            </a:r>
            <a:r>
              <a:rPr dirty="0" sz="1250" spc="390">
                <a:latin typeface="Arial MT"/>
                <a:cs typeface="Arial MT"/>
              </a:rPr>
              <a:t> </a:t>
            </a:r>
            <a:r>
              <a:rPr dirty="0" sz="1250" b="1">
                <a:latin typeface="Arial"/>
                <a:cs typeface="Arial"/>
              </a:rPr>
              <a:t>Datalivery</a:t>
            </a:r>
            <a:r>
              <a:rPr dirty="0" sz="1250" spc="459" b="1">
                <a:latin typeface="Arial"/>
                <a:cs typeface="Arial"/>
              </a:rPr>
              <a:t> </a:t>
            </a:r>
            <a:r>
              <a:rPr dirty="0" sz="1250">
                <a:latin typeface="Arial MT"/>
                <a:cs typeface="Arial MT"/>
              </a:rPr>
              <a:t>é</a:t>
            </a:r>
            <a:r>
              <a:rPr dirty="0" sz="1250" spc="415">
                <a:latin typeface="Arial MT"/>
                <a:cs typeface="Arial MT"/>
              </a:rPr>
              <a:t> </a:t>
            </a:r>
            <a:r>
              <a:rPr dirty="0" sz="1250">
                <a:latin typeface="Arial MT"/>
                <a:cs typeface="Arial MT"/>
              </a:rPr>
              <a:t>formada</a:t>
            </a:r>
            <a:r>
              <a:rPr dirty="0" sz="1250" spc="440">
                <a:latin typeface="Arial MT"/>
                <a:cs typeface="Arial MT"/>
              </a:rPr>
              <a:t> </a:t>
            </a:r>
            <a:r>
              <a:rPr dirty="0" sz="1250">
                <a:latin typeface="Arial MT"/>
                <a:cs typeface="Arial MT"/>
              </a:rPr>
              <a:t>por</a:t>
            </a:r>
            <a:r>
              <a:rPr dirty="0" sz="1250" spc="440">
                <a:latin typeface="Arial MT"/>
                <a:cs typeface="Arial MT"/>
              </a:rPr>
              <a:t> </a:t>
            </a:r>
            <a:r>
              <a:rPr dirty="0" sz="1250">
                <a:latin typeface="Arial MT"/>
                <a:cs typeface="Arial MT"/>
              </a:rPr>
              <a:t>um</a:t>
            </a:r>
            <a:r>
              <a:rPr dirty="0" sz="1250" spc="400">
                <a:latin typeface="Arial MT"/>
                <a:cs typeface="Arial MT"/>
              </a:rPr>
              <a:t> </a:t>
            </a:r>
            <a:r>
              <a:rPr dirty="0" sz="1250">
                <a:latin typeface="Arial MT"/>
                <a:cs typeface="Arial MT"/>
              </a:rPr>
              <a:t>grupo</a:t>
            </a:r>
            <a:r>
              <a:rPr dirty="0" sz="1250" spc="409">
                <a:latin typeface="Arial MT"/>
                <a:cs typeface="Arial MT"/>
              </a:rPr>
              <a:t> </a:t>
            </a:r>
            <a:r>
              <a:rPr dirty="0" sz="1250">
                <a:latin typeface="Arial MT"/>
                <a:cs typeface="Arial MT"/>
              </a:rPr>
              <a:t>de</a:t>
            </a:r>
            <a:r>
              <a:rPr dirty="0" sz="1250" spc="390">
                <a:latin typeface="Arial MT"/>
                <a:cs typeface="Arial MT"/>
              </a:rPr>
              <a:t> </a:t>
            </a:r>
            <a:r>
              <a:rPr dirty="0" sz="1250">
                <a:latin typeface="Arial MT"/>
                <a:cs typeface="Arial MT"/>
              </a:rPr>
              <a:t>estudantes</a:t>
            </a:r>
            <a:r>
              <a:rPr dirty="0" sz="1250" spc="450">
                <a:latin typeface="Arial MT"/>
                <a:cs typeface="Arial MT"/>
              </a:rPr>
              <a:t> </a:t>
            </a:r>
            <a:r>
              <a:rPr dirty="0" sz="1250" spc="-25">
                <a:latin typeface="Arial MT"/>
                <a:cs typeface="Arial MT"/>
              </a:rPr>
              <a:t>do </a:t>
            </a:r>
            <a:r>
              <a:rPr dirty="0" sz="1250">
                <a:latin typeface="Arial MT"/>
                <a:cs typeface="Arial MT"/>
              </a:rPr>
              <a:t>quinto</a:t>
            </a:r>
            <a:r>
              <a:rPr dirty="0" sz="1250" spc="145">
                <a:latin typeface="Arial MT"/>
                <a:cs typeface="Arial MT"/>
              </a:rPr>
              <a:t>  </a:t>
            </a:r>
            <a:r>
              <a:rPr dirty="0" sz="1250">
                <a:latin typeface="Arial MT"/>
                <a:cs typeface="Arial MT"/>
              </a:rPr>
              <a:t>semestre</a:t>
            </a:r>
            <a:r>
              <a:rPr dirty="0" sz="1250" spc="145">
                <a:latin typeface="Arial MT"/>
                <a:cs typeface="Arial MT"/>
              </a:rPr>
              <a:t>  </a:t>
            </a:r>
            <a:r>
              <a:rPr dirty="0" sz="1250">
                <a:latin typeface="Arial MT"/>
                <a:cs typeface="Arial MT"/>
              </a:rPr>
              <a:t>de</a:t>
            </a:r>
            <a:r>
              <a:rPr dirty="0" sz="1250" spc="150">
                <a:latin typeface="Arial MT"/>
                <a:cs typeface="Arial MT"/>
              </a:rPr>
              <a:t>  </a:t>
            </a:r>
            <a:r>
              <a:rPr dirty="0" sz="1250">
                <a:latin typeface="Arial MT"/>
                <a:cs typeface="Arial MT"/>
              </a:rPr>
              <a:t>Ciências</a:t>
            </a:r>
            <a:r>
              <a:rPr dirty="0" sz="1250" spc="155">
                <a:latin typeface="Arial MT"/>
                <a:cs typeface="Arial MT"/>
              </a:rPr>
              <a:t>  </a:t>
            </a:r>
            <a:r>
              <a:rPr dirty="0" sz="1250">
                <a:latin typeface="Arial MT"/>
                <a:cs typeface="Arial MT"/>
              </a:rPr>
              <a:t>da</a:t>
            </a:r>
            <a:r>
              <a:rPr dirty="0" sz="1250" spc="145">
                <a:latin typeface="Arial MT"/>
                <a:cs typeface="Arial MT"/>
              </a:rPr>
              <a:t>  </a:t>
            </a:r>
            <a:r>
              <a:rPr dirty="0" sz="1250">
                <a:latin typeface="Arial MT"/>
                <a:cs typeface="Arial MT"/>
              </a:rPr>
              <a:t>Computação,</a:t>
            </a:r>
            <a:r>
              <a:rPr dirty="0" sz="1250" spc="140">
                <a:latin typeface="Arial MT"/>
                <a:cs typeface="Arial MT"/>
              </a:rPr>
              <a:t>  </a:t>
            </a:r>
            <a:r>
              <a:rPr dirty="0" sz="1250">
                <a:latin typeface="Arial MT"/>
                <a:cs typeface="Arial MT"/>
              </a:rPr>
              <a:t>apaixonados</a:t>
            </a:r>
            <a:r>
              <a:rPr dirty="0" sz="1250" spc="160">
                <a:latin typeface="Arial MT"/>
                <a:cs typeface="Arial MT"/>
              </a:rPr>
              <a:t>  </a:t>
            </a:r>
            <a:r>
              <a:rPr dirty="0" sz="1250">
                <a:latin typeface="Arial MT"/>
                <a:cs typeface="Arial MT"/>
              </a:rPr>
              <a:t>pela</a:t>
            </a:r>
            <a:r>
              <a:rPr dirty="0" sz="1250" spc="165">
                <a:latin typeface="Arial MT"/>
                <a:cs typeface="Arial MT"/>
              </a:rPr>
              <a:t>  </a:t>
            </a:r>
            <a:r>
              <a:rPr dirty="0" sz="1250">
                <a:latin typeface="Arial MT"/>
                <a:cs typeface="Arial MT"/>
              </a:rPr>
              <a:t>inovação</a:t>
            </a:r>
            <a:r>
              <a:rPr dirty="0" sz="1250" spc="160">
                <a:latin typeface="Arial MT"/>
                <a:cs typeface="Arial MT"/>
              </a:rPr>
              <a:t>  </a:t>
            </a:r>
            <a:r>
              <a:rPr dirty="0" sz="1250" spc="-50">
                <a:latin typeface="Arial MT"/>
                <a:cs typeface="Arial MT"/>
              </a:rPr>
              <a:t>e </a:t>
            </a:r>
            <a:r>
              <a:rPr dirty="0" sz="1250" spc="-10">
                <a:latin typeface="Arial MT"/>
                <a:cs typeface="Arial MT"/>
              </a:rPr>
              <a:t>dados.</a:t>
            </a:r>
            <a:endParaRPr sz="1250">
              <a:latin typeface="Arial MT"/>
              <a:cs typeface="Arial MT"/>
            </a:endParaRPr>
          </a:p>
          <a:p>
            <a:pPr algn="just" marL="12700" marR="8255" indent="863600">
              <a:lnSpc>
                <a:spcPct val="100000"/>
              </a:lnSpc>
              <a:spcBef>
                <a:spcPts val="225"/>
              </a:spcBef>
            </a:pPr>
            <a:r>
              <a:rPr dirty="0" sz="1250">
                <a:latin typeface="Arial MT"/>
                <a:cs typeface="Arial MT"/>
              </a:rPr>
              <a:t>Nossa</a:t>
            </a:r>
            <a:r>
              <a:rPr dirty="0" sz="1250" spc="450">
                <a:latin typeface="Arial MT"/>
                <a:cs typeface="Arial MT"/>
              </a:rPr>
              <a:t> </a:t>
            </a:r>
            <a:r>
              <a:rPr dirty="0" sz="1250">
                <a:latin typeface="Arial MT"/>
                <a:cs typeface="Arial MT"/>
              </a:rPr>
              <a:t>força</a:t>
            </a:r>
            <a:r>
              <a:rPr dirty="0" sz="1250" spc="470">
                <a:latin typeface="Arial MT"/>
                <a:cs typeface="Arial MT"/>
              </a:rPr>
              <a:t> </a:t>
            </a:r>
            <a:r>
              <a:rPr dirty="0" sz="1250">
                <a:latin typeface="Arial MT"/>
                <a:cs typeface="Arial MT"/>
              </a:rPr>
              <a:t>está</a:t>
            </a:r>
            <a:r>
              <a:rPr dirty="0" sz="1250" spc="480">
                <a:latin typeface="Arial MT"/>
                <a:cs typeface="Arial MT"/>
              </a:rPr>
              <a:t> </a:t>
            </a:r>
            <a:r>
              <a:rPr dirty="0" sz="1250">
                <a:latin typeface="Arial MT"/>
                <a:cs typeface="Arial MT"/>
              </a:rPr>
              <a:t>na</a:t>
            </a:r>
            <a:r>
              <a:rPr dirty="0" sz="1250" spc="430">
                <a:latin typeface="Arial MT"/>
                <a:cs typeface="Arial MT"/>
              </a:rPr>
              <a:t> </a:t>
            </a:r>
            <a:r>
              <a:rPr dirty="0" sz="1250">
                <a:latin typeface="Arial MT"/>
                <a:cs typeface="Arial MT"/>
              </a:rPr>
              <a:t>multidisciplinaridade:</a:t>
            </a:r>
            <a:r>
              <a:rPr dirty="0" sz="1250" spc="440">
                <a:latin typeface="Arial MT"/>
                <a:cs typeface="Arial MT"/>
              </a:rPr>
              <a:t> </a:t>
            </a:r>
            <a:r>
              <a:rPr dirty="0" sz="1250">
                <a:latin typeface="Arial MT"/>
                <a:cs typeface="Arial MT"/>
              </a:rPr>
              <a:t>cada</a:t>
            </a:r>
            <a:r>
              <a:rPr dirty="0" sz="1250" spc="470">
                <a:latin typeface="Arial MT"/>
                <a:cs typeface="Arial MT"/>
              </a:rPr>
              <a:t> </a:t>
            </a:r>
            <a:r>
              <a:rPr dirty="0" sz="1250">
                <a:latin typeface="Arial MT"/>
                <a:cs typeface="Arial MT"/>
              </a:rPr>
              <a:t>membro</a:t>
            </a:r>
            <a:r>
              <a:rPr dirty="0" sz="1250" spc="480">
                <a:latin typeface="Arial MT"/>
                <a:cs typeface="Arial MT"/>
              </a:rPr>
              <a:t> </a:t>
            </a:r>
            <a:r>
              <a:rPr dirty="0" sz="1250">
                <a:latin typeface="Arial MT"/>
                <a:cs typeface="Arial MT"/>
              </a:rPr>
              <a:t>trouxe</a:t>
            </a:r>
            <a:r>
              <a:rPr dirty="0" sz="1250" spc="445">
                <a:latin typeface="Arial MT"/>
                <a:cs typeface="Arial MT"/>
              </a:rPr>
              <a:t> </a:t>
            </a:r>
            <a:r>
              <a:rPr dirty="0" sz="1250" spc="-25">
                <a:latin typeface="Arial MT"/>
                <a:cs typeface="Arial MT"/>
              </a:rPr>
              <a:t>sua </a:t>
            </a:r>
            <a:r>
              <a:rPr dirty="0" sz="1250">
                <a:latin typeface="Arial MT"/>
                <a:cs typeface="Arial MT"/>
              </a:rPr>
              <a:t>visão,</a:t>
            </a:r>
            <a:r>
              <a:rPr dirty="0" sz="1250" spc="220">
                <a:latin typeface="Arial MT"/>
                <a:cs typeface="Arial MT"/>
              </a:rPr>
              <a:t> </a:t>
            </a:r>
            <a:r>
              <a:rPr dirty="0" sz="1250">
                <a:latin typeface="Arial MT"/>
                <a:cs typeface="Arial MT"/>
              </a:rPr>
              <a:t>talento</a:t>
            </a:r>
            <a:r>
              <a:rPr dirty="0" sz="1250" spc="235">
                <a:latin typeface="Arial MT"/>
                <a:cs typeface="Arial MT"/>
              </a:rPr>
              <a:t> </a:t>
            </a:r>
            <a:r>
              <a:rPr dirty="0" sz="1250">
                <a:latin typeface="Arial MT"/>
                <a:cs typeface="Arial MT"/>
              </a:rPr>
              <a:t>e</a:t>
            </a:r>
            <a:r>
              <a:rPr dirty="0" sz="1250" spc="135">
                <a:latin typeface="Arial MT"/>
                <a:cs typeface="Arial MT"/>
              </a:rPr>
              <a:t> </a:t>
            </a:r>
            <a:r>
              <a:rPr dirty="0" sz="1250">
                <a:latin typeface="Arial MT"/>
                <a:cs typeface="Arial MT"/>
              </a:rPr>
              <a:t>dedicação</a:t>
            </a:r>
            <a:r>
              <a:rPr dirty="0" sz="1250" spc="240">
                <a:latin typeface="Arial MT"/>
                <a:cs typeface="Arial MT"/>
              </a:rPr>
              <a:t> </a:t>
            </a:r>
            <a:r>
              <a:rPr dirty="0" sz="1250">
                <a:latin typeface="Arial MT"/>
                <a:cs typeface="Arial MT"/>
              </a:rPr>
              <a:t>para</a:t>
            </a:r>
            <a:r>
              <a:rPr dirty="0" sz="1250" spc="229">
                <a:latin typeface="Arial MT"/>
                <a:cs typeface="Arial MT"/>
              </a:rPr>
              <a:t> </a:t>
            </a:r>
            <a:r>
              <a:rPr dirty="0" sz="1250">
                <a:latin typeface="Arial MT"/>
                <a:cs typeface="Arial MT"/>
              </a:rPr>
              <a:t>transformar</a:t>
            </a:r>
            <a:r>
              <a:rPr dirty="0" sz="1250" spc="225">
                <a:latin typeface="Arial MT"/>
                <a:cs typeface="Arial MT"/>
              </a:rPr>
              <a:t> </a:t>
            </a:r>
            <a:r>
              <a:rPr dirty="0" sz="1250">
                <a:latin typeface="Arial MT"/>
                <a:cs typeface="Arial MT"/>
              </a:rPr>
              <a:t>dados</a:t>
            </a:r>
            <a:r>
              <a:rPr dirty="0" sz="1250" spc="195">
                <a:latin typeface="Arial MT"/>
                <a:cs typeface="Arial MT"/>
              </a:rPr>
              <a:t> </a:t>
            </a:r>
            <a:r>
              <a:rPr dirty="0" sz="1250">
                <a:latin typeface="Arial MT"/>
                <a:cs typeface="Arial MT"/>
              </a:rPr>
              <a:t>em</a:t>
            </a:r>
            <a:r>
              <a:rPr dirty="0" sz="1250" spc="185">
                <a:latin typeface="Arial MT"/>
                <a:cs typeface="Arial MT"/>
              </a:rPr>
              <a:t> </a:t>
            </a:r>
            <a:r>
              <a:rPr dirty="0" sz="1250">
                <a:latin typeface="Arial MT"/>
                <a:cs typeface="Arial MT"/>
              </a:rPr>
              <a:t>decisões</a:t>
            </a:r>
            <a:r>
              <a:rPr dirty="0" sz="1250" spc="180">
                <a:latin typeface="Arial MT"/>
                <a:cs typeface="Arial MT"/>
              </a:rPr>
              <a:t> </a:t>
            </a:r>
            <a:r>
              <a:rPr dirty="0" sz="1250">
                <a:latin typeface="Arial MT"/>
                <a:cs typeface="Arial MT"/>
              </a:rPr>
              <a:t>e</a:t>
            </a:r>
            <a:r>
              <a:rPr dirty="0" sz="1250" spc="210">
                <a:latin typeface="Arial MT"/>
                <a:cs typeface="Arial MT"/>
              </a:rPr>
              <a:t> </a:t>
            </a:r>
            <a:r>
              <a:rPr dirty="0" sz="1250">
                <a:latin typeface="Arial MT"/>
                <a:cs typeface="Arial MT"/>
              </a:rPr>
              <a:t>trazer</a:t>
            </a:r>
            <a:r>
              <a:rPr dirty="0" sz="1250" spc="185">
                <a:latin typeface="Arial MT"/>
                <a:cs typeface="Arial MT"/>
              </a:rPr>
              <a:t> </a:t>
            </a:r>
            <a:r>
              <a:rPr dirty="0" sz="1250" spc="-10">
                <a:latin typeface="Arial MT"/>
                <a:cs typeface="Arial MT"/>
              </a:rPr>
              <a:t>melhores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473948" y="4130338"/>
            <a:ext cx="4019550" cy="4203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41275">
              <a:lnSpc>
                <a:spcPct val="100000"/>
              </a:lnSpc>
              <a:spcBef>
                <a:spcPts val="125"/>
              </a:spcBef>
            </a:pPr>
            <a:r>
              <a:rPr dirty="0" sz="1250">
                <a:latin typeface="Arial MT"/>
                <a:cs typeface="Arial MT"/>
              </a:rPr>
              <a:t>A</a:t>
            </a:r>
            <a:r>
              <a:rPr dirty="0" sz="1250" spc="85">
                <a:latin typeface="Arial MT"/>
                <a:cs typeface="Arial MT"/>
              </a:rPr>
              <a:t>  </a:t>
            </a:r>
            <a:r>
              <a:rPr dirty="0" sz="1250" b="1">
                <a:latin typeface="Arial"/>
                <a:cs typeface="Arial"/>
              </a:rPr>
              <a:t>Datalivery</a:t>
            </a:r>
            <a:r>
              <a:rPr dirty="0" sz="1250" spc="145" b="1">
                <a:latin typeface="Arial"/>
                <a:cs typeface="Arial"/>
              </a:rPr>
              <a:t>  </a:t>
            </a:r>
            <a:r>
              <a:rPr dirty="0" sz="1250">
                <a:latin typeface="Arial MT"/>
                <a:cs typeface="Arial MT"/>
              </a:rPr>
              <a:t>é</a:t>
            </a:r>
            <a:r>
              <a:rPr dirty="0" sz="1250" spc="110">
                <a:latin typeface="Arial MT"/>
                <a:cs typeface="Arial MT"/>
              </a:rPr>
              <a:t>  </a:t>
            </a:r>
            <a:r>
              <a:rPr dirty="0" sz="1250">
                <a:latin typeface="Arial MT"/>
                <a:cs typeface="Arial MT"/>
              </a:rPr>
              <a:t>o</a:t>
            </a:r>
            <a:r>
              <a:rPr dirty="0" sz="1250" spc="114">
                <a:latin typeface="Arial MT"/>
                <a:cs typeface="Arial MT"/>
              </a:rPr>
              <a:t>  </a:t>
            </a:r>
            <a:r>
              <a:rPr dirty="0" sz="1250">
                <a:latin typeface="Arial MT"/>
                <a:cs typeface="Arial MT"/>
              </a:rPr>
              <a:t>resultado</a:t>
            </a:r>
            <a:r>
              <a:rPr dirty="0" sz="1250" spc="105">
                <a:latin typeface="Arial MT"/>
                <a:cs typeface="Arial MT"/>
              </a:rPr>
              <a:t>  </a:t>
            </a:r>
            <a:r>
              <a:rPr dirty="0" sz="1250">
                <a:latin typeface="Arial MT"/>
                <a:cs typeface="Arial MT"/>
              </a:rPr>
              <a:t>da</a:t>
            </a:r>
            <a:r>
              <a:rPr dirty="0" sz="1250" spc="95">
                <a:latin typeface="Arial MT"/>
                <a:cs typeface="Arial MT"/>
              </a:rPr>
              <a:t>  </a:t>
            </a:r>
            <a:r>
              <a:rPr dirty="0" sz="1250">
                <a:latin typeface="Arial MT"/>
                <a:cs typeface="Arial MT"/>
              </a:rPr>
              <a:t>soma</a:t>
            </a:r>
            <a:r>
              <a:rPr dirty="0" sz="1250" spc="110">
                <a:latin typeface="Arial MT"/>
                <a:cs typeface="Arial MT"/>
              </a:rPr>
              <a:t>  </a:t>
            </a:r>
            <a:r>
              <a:rPr dirty="0" sz="1250">
                <a:latin typeface="Arial MT"/>
                <a:cs typeface="Arial MT"/>
              </a:rPr>
              <a:t>de</a:t>
            </a:r>
            <a:r>
              <a:rPr dirty="0" sz="1250" spc="90">
                <a:latin typeface="Arial MT"/>
                <a:cs typeface="Arial MT"/>
              </a:rPr>
              <a:t>  </a:t>
            </a:r>
            <a:r>
              <a:rPr dirty="0" sz="1250" spc="-10">
                <a:latin typeface="Arial MT"/>
                <a:cs typeface="Arial MT"/>
              </a:rPr>
              <a:t>talentos</a:t>
            </a:r>
            <a:endParaRPr sz="12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0"/>
              </a:spcBef>
              <a:tabLst>
                <a:tab pos="678815" algn="l"/>
                <a:tab pos="3699510" algn="l"/>
              </a:tabLst>
            </a:pPr>
            <a:r>
              <a:rPr dirty="0" sz="1250" spc="-10">
                <a:latin typeface="Arial MT"/>
                <a:cs typeface="Arial MT"/>
              </a:rPr>
              <a:t>mesmo</a:t>
            </a:r>
            <a:r>
              <a:rPr dirty="0" sz="1250">
                <a:latin typeface="Arial MT"/>
                <a:cs typeface="Arial MT"/>
              </a:rPr>
              <a:t>	objetivo:</a:t>
            </a:r>
            <a:r>
              <a:rPr dirty="0" sz="1250" spc="180">
                <a:latin typeface="Arial MT"/>
                <a:cs typeface="Arial MT"/>
              </a:rPr>
              <a:t>  </a:t>
            </a:r>
            <a:r>
              <a:rPr dirty="0" sz="1250">
                <a:latin typeface="Arial MT"/>
                <a:cs typeface="Arial MT"/>
              </a:rPr>
              <a:t>inovar</a:t>
            </a:r>
            <a:r>
              <a:rPr dirty="0" sz="1250" spc="165">
                <a:latin typeface="Arial MT"/>
                <a:cs typeface="Arial MT"/>
              </a:rPr>
              <a:t>  </a:t>
            </a:r>
            <a:r>
              <a:rPr dirty="0" sz="1250">
                <a:latin typeface="Arial MT"/>
                <a:cs typeface="Arial MT"/>
              </a:rPr>
              <a:t>o</a:t>
            </a:r>
            <a:r>
              <a:rPr dirty="0" sz="1250" spc="190">
                <a:latin typeface="Arial MT"/>
                <a:cs typeface="Arial MT"/>
              </a:rPr>
              <a:t>  </a:t>
            </a:r>
            <a:r>
              <a:rPr dirty="0" sz="1250">
                <a:latin typeface="Arial MT"/>
                <a:cs typeface="Arial MT"/>
              </a:rPr>
              <a:t>setor</a:t>
            </a:r>
            <a:r>
              <a:rPr dirty="0" sz="1250" spc="180">
                <a:latin typeface="Arial MT"/>
                <a:cs typeface="Arial MT"/>
              </a:rPr>
              <a:t>  </a:t>
            </a:r>
            <a:r>
              <a:rPr dirty="0" sz="1250">
                <a:latin typeface="Arial MT"/>
                <a:cs typeface="Arial MT"/>
              </a:rPr>
              <a:t>de</a:t>
            </a:r>
            <a:r>
              <a:rPr dirty="0" sz="1250" spc="175">
                <a:latin typeface="Arial MT"/>
                <a:cs typeface="Arial MT"/>
              </a:rPr>
              <a:t>  </a:t>
            </a:r>
            <a:r>
              <a:rPr dirty="0" sz="1250" spc="-10">
                <a:latin typeface="Arial MT"/>
                <a:cs typeface="Arial MT"/>
              </a:rPr>
              <a:t>delivery</a:t>
            </a:r>
            <a:r>
              <a:rPr dirty="0" sz="1250">
                <a:latin typeface="Arial MT"/>
                <a:cs typeface="Arial MT"/>
              </a:rPr>
              <a:t>	</a:t>
            </a:r>
            <a:r>
              <a:rPr dirty="0" sz="1250" spc="-25">
                <a:latin typeface="Arial MT"/>
                <a:cs typeface="Arial MT"/>
              </a:rPr>
              <a:t>com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51732" y="4130338"/>
            <a:ext cx="2070100" cy="620395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algn="just" marL="12700" marR="5080">
              <a:lnSpc>
                <a:spcPct val="105100"/>
              </a:lnSpc>
              <a:spcBef>
                <a:spcPts val="50"/>
              </a:spcBef>
            </a:pPr>
            <a:r>
              <a:rPr dirty="0" sz="1250">
                <a:latin typeface="Arial MT"/>
                <a:cs typeface="Arial MT"/>
              </a:rPr>
              <a:t>soluções</a:t>
            </a:r>
            <a:r>
              <a:rPr dirty="0" sz="1250" spc="445">
                <a:latin typeface="Arial MT"/>
                <a:cs typeface="Arial MT"/>
              </a:rPr>
              <a:t> </a:t>
            </a:r>
            <a:r>
              <a:rPr dirty="0" sz="1250">
                <a:latin typeface="Arial MT"/>
                <a:cs typeface="Arial MT"/>
              </a:rPr>
              <a:t>para</a:t>
            </a:r>
            <a:r>
              <a:rPr dirty="0" sz="1250" spc="480">
                <a:latin typeface="Arial MT"/>
                <a:cs typeface="Arial MT"/>
              </a:rPr>
              <a:t> </a:t>
            </a:r>
            <a:r>
              <a:rPr dirty="0" sz="1250">
                <a:latin typeface="Arial MT"/>
                <a:cs typeface="Arial MT"/>
              </a:rPr>
              <a:t>a</a:t>
            </a:r>
            <a:r>
              <a:rPr dirty="0" sz="1250" spc="465">
                <a:latin typeface="Arial MT"/>
                <a:cs typeface="Arial MT"/>
              </a:rPr>
              <a:t> </a:t>
            </a:r>
            <a:r>
              <a:rPr dirty="0" sz="1250" spc="-10">
                <a:latin typeface="Arial MT"/>
                <a:cs typeface="Arial MT"/>
              </a:rPr>
              <a:t>empresa. </a:t>
            </a:r>
            <a:r>
              <a:rPr dirty="0" sz="1250">
                <a:latin typeface="Arial MT"/>
                <a:cs typeface="Arial MT"/>
              </a:rPr>
              <a:t>diferentes,</a:t>
            </a:r>
            <a:r>
              <a:rPr dirty="0" sz="1250" spc="195">
                <a:latin typeface="Arial MT"/>
                <a:cs typeface="Arial MT"/>
              </a:rPr>
              <a:t>  </a:t>
            </a:r>
            <a:r>
              <a:rPr dirty="0" sz="1250">
                <a:latin typeface="Arial MT"/>
                <a:cs typeface="Arial MT"/>
              </a:rPr>
              <a:t>mas</a:t>
            </a:r>
            <a:r>
              <a:rPr dirty="0" sz="1250" spc="185">
                <a:latin typeface="Arial MT"/>
                <a:cs typeface="Arial MT"/>
              </a:rPr>
              <a:t>  </a:t>
            </a:r>
            <a:r>
              <a:rPr dirty="0" sz="1250">
                <a:latin typeface="Arial MT"/>
                <a:cs typeface="Arial MT"/>
              </a:rPr>
              <a:t>com</a:t>
            </a:r>
            <a:r>
              <a:rPr dirty="0" sz="1250" spc="200">
                <a:latin typeface="Arial MT"/>
                <a:cs typeface="Arial MT"/>
              </a:rPr>
              <a:t>  </a:t>
            </a:r>
            <a:r>
              <a:rPr dirty="0" sz="1250" spc="-25">
                <a:latin typeface="Arial MT"/>
                <a:cs typeface="Arial MT"/>
              </a:rPr>
              <a:t>um </a:t>
            </a:r>
            <a:r>
              <a:rPr dirty="0" sz="1250">
                <a:latin typeface="Arial MT"/>
                <a:cs typeface="Arial MT"/>
              </a:rPr>
              <a:t>inteligência</a:t>
            </a:r>
            <a:r>
              <a:rPr dirty="0" sz="1250" spc="114">
                <a:latin typeface="Arial MT"/>
                <a:cs typeface="Arial MT"/>
              </a:rPr>
              <a:t> </a:t>
            </a:r>
            <a:r>
              <a:rPr dirty="0" sz="1250">
                <a:latin typeface="Arial MT"/>
                <a:cs typeface="Arial MT"/>
              </a:rPr>
              <a:t>de</a:t>
            </a:r>
            <a:r>
              <a:rPr dirty="0" sz="1250" spc="35">
                <a:latin typeface="Arial MT"/>
                <a:cs typeface="Arial MT"/>
              </a:rPr>
              <a:t> </a:t>
            </a:r>
            <a:r>
              <a:rPr dirty="0" sz="1250" spc="-10">
                <a:latin typeface="Arial MT"/>
                <a:cs typeface="Arial MT"/>
              </a:rPr>
              <a:t>dados.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351732" y="4724795"/>
            <a:ext cx="4370705" cy="1073785"/>
          </a:xfrm>
          <a:prstGeom prst="rect">
            <a:avLst/>
          </a:prstGeom>
        </p:spPr>
        <p:txBody>
          <a:bodyPr wrap="square" lIns="0" tIns="31115" rIns="0" bIns="0" rtlCol="0" vert="horz">
            <a:spAutoFit/>
          </a:bodyPr>
          <a:lstStyle/>
          <a:p>
            <a:pPr marL="833119">
              <a:lnSpc>
                <a:spcPct val="100000"/>
              </a:lnSpc>
              <a:spcBef>
                <a:spcPts val="245"/>
              </a:spcBef>
            </a:pPr>
            <a:r>
              <a:rPr dirty="0" sz="1250">
                <a:latin typeface="Arial MT"/>
                <a:cs typeface="Arial MT"/>
              </a:rPr>
              <a:t>Estivemos</a:t>
            </a:r>
            <a:r>
              <a:rPr dirty="0" sz="1250" spc="100">
                <a:latin typeface="Arial MT"/>
                <a:cs typeface="Arial MT"/>
              </a:rPr>
              <a:t> </a:t>
            </a:r>
            <a:r>
              <a:rPr dirty="0" sz="1250">
                <a:latin typeface="Arial MT"/>
                <a:cs typeface="Arial MT"/>
              </a:rPr>
              <a:t>trabalhando</a:t>
            </a:r>
            <a:r>
              <a:rPr dirty="0" sz="1250" spc="45">
                <a:latin typeface="Arial MT"/>
                <a:cs typeface="Arial MT"/>
              </a:rPr>
              <a:t> </a:t>
            </a:r>
            <a:r>
              <a:rPr dirty="0" sz="1250">
                <a:latin typeface="Arial MT"/>
                <a:cs typeface="Arial MT"/>
              </a:rPr>
              <a:t>em</a:t>
            </a:r>
            <a:r>
              <a:rPr dirty="0" sz="1250" spc="40">
                <a:latin typeface="Arial MT"/>
                <a:cs typeface="Arial MT"/>
              </a:rPr>
              <a:t> </a:t>
            </a:r>
            <a:r>
              <a:rPr dirty="0" sz="1250">
                <a:latin typeface="Arial MT"/>
                <a:cs typeface="Arial MT"/>
              </a:rPr>
              <a:t>diversas</a:t>
            </a:r>
            <a:r>
              <a:rPr dirty="0" sz="1250" spc="85">
                <a:latin typeface="Arial MT"/>
                <a:cs typeface="Arial MT"/>
              </a:rPr>
              <a:t> </a:t>
            </a:r>
            <a:r>
              <a:rPr dirty="0" sz="1250">
                <a:latin typeface="Arial MT"/>
                <a:cs typeface="Arial MT"/>
              </a:rPr>
              <a:t>áreas</a:t>
            </a:r>
            <a:r>
              <a:rPr dirty="0" sz="1250" spc="100">
                <a:latin typeface="Arial MT"/>
                <a:cs typeface="Arial MT"/>
              </a:rPr>
              <a:t> </a:t>
            </a:r>
            <a:r>
              <a:rPr dirty="0" sz="1250" spc="-10">
                <a:latin typeface="Arial MT"/>
                <a:cs typeface="Arial MT"/>
              </a:rPr>
              <a:t>como:</a:t>
            </a:r>
            <a:endParaRPr sz="1250">
              <a:latin typeface="Arial MT"/>
              <a:cs typeface="Arial MT"/>
            </a:endParaRPr>
          </a:p>
          <a:p>
            <a:pPr marL="297815" indent="-285115">
              <a:lnSpc>
                <a:spcPct val="100000"/>
              </a:lnSpc>
              <a:spcBef>
                <a:spcPts val="155"/>
              </a:spcBef>
              <a:buChar char="-"/>
              <a:tabLst>
                <a:tab pos="297815" algn="l"/>
              </a:tabLst>
            </a:pPr>
            <a:r>
              <a:rPr dirty="0" sz="1250">
                <a:latin typeface="Arial MT"/>
                <a:cs typeface="Arial MT"/>
              </a:rPr>
              <a:t>Clusterização</a:t>
            </a:r>
            <a:r>
              <a:rPr dirty="0" sz="1250" spc="155">
                <a:latin typeface="Arial MT"/>
                <a:cs typeface="Arial MT"/>
              </a:rPr>
              <a:t> </a:t>
            </a:r>
            <a:r>
              <a:rPr dirty="0" sz="1250">
                <a:latin typeface="Arial MT"/>
                <a:cs typeface="Arial MT"/>
              </a:rPr>
              <a:t>(K—</a:t>
            </a:r>
            <a:r>
              <a:rPr dirty="0" sz="1250" spc="-10">
                <a:latin typeface="Arial MT"/>
                <a:cs typeface="Arial MT"/>
              </a:rPr>
              <a:t>means)</a:t>
            </a:r>
            <a:endParaRPr sz="1250">
              <a:latin typeface="Arial MT"/>
              <a:cs typeface="Arial MT"/>
            </a:endParaRPr>
          </a:p>
          <a:p>
            <a:pPr marL="297815" indent="-285115">
              <a:lnSpc>
                <a:spcPct val="100000"/>
              </a:lnSpc>
              <a:spcBef>
                <a:spcPts val="150"/>
              </a:spcBef>
              <a:buChar char="-"/>
              <a:tabLst>
                <a:tab pos="297815" algn="l"/>
              </a:tabLst>
            </a:pPr>
            <a:r>
              <a:rPr dirty="0" sz="1250">
                <a:latin typeface="Arial MT"/>
                <a:cs typeface="Arial MT"/>
              </a:rPr>
              <a:t>Dashboard</a:t>
            </a:r>
            <a:r>
              <a:rPr dirty="0" sz="1250" spc="95">
                <a:latin typeface="Arial MT"/>
                <a:cs typeface="Arial MT"/>
              </a:rPr>
              <a:t> </a:t>
            </a:r>
            <a:r>
              <a:rPr dirty="0" sz="1250">
                <a:latin typeface="Arial MT"/>
                <a:cs typeface="Arial MT"/>
              </a:rPr>
              <a:t>em</a:t>
            </a:r>
            <a:r>
              <a:rPr dirty="0" sz="1250" spc="60">
                <a:latin typeface="Arial MT"/>
                <a:cs typeface="Arial MT"/>
              </a:rPr>
              <a:t> </a:t>
            </a:r>
            <a:r>
              <a:rPr dirty="0" sz="1250" spc="-10">
                <a:latin typeface="Arial MT"/>
                <a:cs typeface="Arial MT"/>
              </a:rPr>
              <a:t>Next.js</a:t>
            </a:r>
            <a:endParaRPr sz="1250">
              <a:latin typeface="Arial MT"/>
              <a:cs typeface="Arial MT"/>
            </a:endParaRPr>
          </a:p>
          <a:p>
            <a:pPr marL="297815" indent="-285115">
              <a:lnSpc>
                <a:spcPct val="100000"/>
              </a:lnSpc>
              <a:spcBef>
                <a:spcPts val="150"/>
              </a:spcBef>
              <a:buChar char="-"/>
              <a:tabLst>
                <a:tab pos="297815" algn="l"/>
              </a:tabLst>
            </a:pPr>
            <a:r>
              <a:rPr dirty="0" sz="1250">
                <a:latin typeface="Arial MT"/>
                <a:cs typeface="Arial MT"/>
              </a:rPr>
              <a:t>Modelagem</a:t>
            </a:r>
            <a:r>
              <a:rPr dirty="0" sz="1250" spc="120">
                <a:latin typeface="Arial MT"/>
                <a:cs typeface="Arial MT"/>
              </a:rPr>
              <a:t> </a:t>
            </a:r>
            <a:r>
              <a:rPr dirty="0" sz="1250">
                <a:latin typeface="Arial MT"/>
                <a:cs typeface="Arial MT"/>
              </a:rPr>
              <a:t>de</a:t>
            </a:r>
            <a:r>
              <a:rPr dirty="0" sz="1250" spc="45">
                <a:latin typeface="Arial MT"/>
                <a:cs typeface="Arial MT"/>
              </a:rPr>
              <a:t> </a:t>
            </a:r>
            <a:r>
              <a:rPr dirty="0" sz="1250" spc="-20">
                <a:latin typeface="Arial MT"/>
                <a:cs typeface="Arial MT"/>
              </a:rPr>
              <a:t>Dados</a:t>
            </a:r>
            <a:endParaRPr sz="1250">
              <a:latin typeface="Arial MT"/>
              <a:cs typeface="Arial MT"/>
            </a:endParaRPr>
          </a:p>
          <a:p>
            <a:pPr marL="297815" indent="-285115">
              <a:lnSpc>
                <a:spcPct val="100000"/>
              </a:lnSpc>
              <a:spcBef>
                <a:spcPts val="150"/>
              </a:spcBef>
              <a:buChar char="-"/>
              <a:tabLst>
                <a:tab pos="297815" algn="l"/>
              </a:tabLst>
            </a:pPr>
            <a:r>
              <a:rPr dirty="0" sz="1250">
                <a:latin typeface="Arial MT"/>
                <a:cs typeface="Arial MT"/>
              </a:rPr>
              <a:t>Backend</a:t>
            </a:r>
            <a:r>
              <a:rPr dirty="0" sz="1250" spc="70">
                <a:latin typeface="Arial MT"/>
                <a:cs typeface="Arial MT"/>
              </a:rPr>
              <a:t> </a:t>
            </a:r>
            <a:r>
              <a:rPr dirty="0" sz="1250">
                <a:latin typeface="Arial MT"/>
                <a:cs typeface="Arial MT"/>
              </a:rPr>
              <a:t>em</a:t>
            </a:r>
            <a:r>
              <a:rPr dirty="0" sz="1250" spc="45">
                <a:latin typeface="Arial MT"/>
                <a:cs typeface="Arial MT"/>
              </a:rPr>
              <a:t> </a:t>
            </a:r>
            <a:r>
              <a:rPr dirty="0" sz="1250" spc="-10">
                <a:latin typeface="Arial MT"/>
                <a:cs typeface="Arial MT"/>
              </a:rPr>
              <a:t>PostgreSQL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6856534" y="2642449"/>
            <a:ext cx="2567940" cy="3111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u="sng" sz="18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Problema</a:t>
            </a:r>
            <a:r>
              <a:rPr dirty="0" u="sng" sz="1850" spc="-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8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</a:t>
            </a:r>
            <a:r>
              <a:rPr dirty="0" u="sng" sz="1850" spc="-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8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ser</a:t>
            </a:r>
            <a:r>
              <a:rPr dirty="0" u="sng" sz="1850" spc="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850" spc="-1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tratado</a:t>
            </a:r>
            <a:endParaRPr sz="1850">
              <a:latin typeface="Arial"/>
              <a:cs typeface="Arial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6853359" y="3159894"/>
            <a:ext cx="6139180" cy="610235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algn="just" marL="12700" marR="5080" indent="902335">
              <a:lnSpc>
                <a:spcPct val="102499"/>
              </a:lnSpc>
              <a:spcBef>
                <a:spcPts val="85"/>
              </a:spcBef>
            </a:pPr>
            <a:r>
              <a:rPr dirty="0" sz="1250">
                <a:latin typeface="Arial MT"/>
                <a:cs typeface="Arial MT"/>
              </a:rPr>
              <a:t>A</a:t>
            </a:r>
            <a:r>
              <a:rPr dirty="0" sz="1250" spc="220">
                <a:latin typeface="Arial MT"/>
                <a:cs typeface="Arial MT"/>
              </a:rPr>
              <a:t>  </a:t>
            </a:r>
            <a:r>
              <a:rPr dirty="0" sz="1250">
                <a:latin typeface="Arial MT"/>
                <a:cs typeface="Arial MT"/>
              </a:rPr>
              <a:t>empresa</a:t>
            </a:r>
            <a:r>
              <a:rPr dirty="0" sz="1250" spc="229">
                <a:latin typeface="Arial MT"/>
                <a:cs typeface="Arial MT"/>
              </a:rPr>
              <a:t>  </a:t>
            </a:r>
            <a:r>
              <a:rPr dirty="0" sz="1250">
                <a:latin typeface="Arial MT"/>
                <a:cs typeface="Arial MT"/>
              </a:rPr>
              <a:t>enfrenta</a:t>
            </a:r>
            <a:r>
              <a:rPr dirty="0" sz="1250" spc="240">
                <a:latin typeface="Arial MT"/>
                <a:cs typeface="Arial MT"/>
              </a:rPr>
              <a:t>  </a:t>
            </a:r>
            <a:r>
              <a:rPr dirty="0" sz="1250">
                <a:latin typeface="Arial MT"/>
                <a:cs typeface="Arial MT"/>
              </a:rPr>
              <a:t>o</a:t>
            </a:r>
            <a:r>
              <a:rPr dirty="0" sz="1250" spc="225">
                <a:latin typeface="Arial MT"/>
                <a:cs typeface="Arial MT"/>
              </a:rPr>
              <a:t>  </a:t>
            </a:r>
            <a:r>
              <a:rPr dirty="0" sz="1250">
                <a:latin typeface="Arial MT"/>
                <a:cs typeface="Arial MT"/>
              </a:rPr>
              <a:t>desafio</a:t>
            </a:r>
            <a:r>
              <a:rPr dirty="0" sz="1250" spc="245">
                <a:latin typeface="Arial MT"/>
                <a:cs typeface="Arial MT"/>
              </a:rPr>
              <a:t>  </a:t>
            </a:r>
            <a:r>
              <a:rPr dirty="0" sz="1250">
                <a:latin typeface="Arial MT"/>
                <a:cs typeface="Arial MT"/>
              </a:rPr>
              <a:t>de</a:t>
            </a:r>
            <a:r>
              <a:rPr dirty="0" sz="1250" spc="210">
                <a:latin typeface="Arial MT"/>
                <a:cs typeface="Arial MT"/>
              </a:rPr>
              <a:t>  </a:t>
            </a:r>
            <a:r>
              <a:rPr dirty="0" sz="1250">
                <a:latin typeface="Arial MT"/>
                <a:cs typeface="Arial MT"/>
              </a:rPr>
              <a:t>tomar</a:t>
            </a:r>
            <a:r>
              <a:rPr dirty="0" sz="1250" spc="215">
                <a:latin typeface="Arial MT"/>
                <a:cs typeface="Arial MT"/>
              </a:rPr>
              <a:t>  </a:t>
            </a:r>
            <a:r>
              <a:rPr dirty="0" sz="1250">
                <a:latin typeface="Arial MT"/>
                <a:cs typeface="Arial MT"/>
              </a:rPr>
              <a:t>decisões</a:t>
            </a:r>
            <a:r>
              <a:rPr dirty="0" sz="1250" spc="225">
                <a:latin typeface="Arial MT"/>
                <a:cs typeface="Arial MT"/>
              </a:rPr>
              <a:t>  </a:t>
            </a:r>
            <a:r>
              <a:rPr dirty="0" sz="1250" spc="-10">
                <a:latin typeface="Arial MT"/>
                <a:cs typeface="Arial MT"/>
              </a:rPr>
              <a:t>estratégicas </a:t>
            </a:r>
            <a:r>
              <a:rPr dirty="0" sz="1250">
                <a:latin typeface="Arial MT"/>
                <a:cs typeface="Arial MT"/>
              </a:rPr>
              <a:t>baseadas</a:t>
            </a:r>
            <a:r>
              <a:rPr dirty="0" sz="1250" spc="280">
                <a:latin typeface="Arial MT"/>
                <a:cs typeface="Arial MT"/>
              </a:rPr>
              <a:t> </a:t>
            </a:r>
            <a:r>
              <a:rPr dirty="0" sz="1250">
                <a:latin typeface="Arial MT"/>
                <a:cs typeface="Arial MT"/>
              </a:rPr>
              <a:t>em</a:t>
            </a:r>
            <a:r>
              <a:rPr dirty="0" sz="1250" spc="330">
                <a:latin typeface="Arial MT"/>
                <a:cs typeface="Arial MT"/>
              </a:rPr>
              <a:t> </a:t>
            </a:r>
            <a:r>
              <a:rPr dirty="0" sz="1250">
                <a:latin typeface="Arial MT"/>
                <a:cs typeface="Arial MT"/>
              </a:rPr>
              <a:t>dados</a:t>
            </a:r>
            <a:r>
              <a:rPr dirty="0" sz="1250" spc="300">
                <a:latin typeface="Arial MT"/>
                <a:cs typeface="Arial MT"/>
              </a:rPr>
              <a:t> </a:t>
            </a:r>
            <a:r>
              <a:rPr dirty="0" sz="1250">
                <a:latin typeface="Arial MT"/>
                <a:cs typeface="Arial MT"/>
              </a:rPr>
              <a:t>confiáveis,</a:t>
            </a:r>
            <a:r>
              <a:rPr dirty="0" sz="1250" spc="350">
                <a:latin typeface="Arial MT"/>
                <a:cs typeface="Arial MT"/>
              </a:rPr>
              <a:t> </a:t>
            </a:r>
            <a:r>
              <a:rPr dirty="0" sz="1250">
                <a:latin typeface="Arial MT"/>
                <a:cs typeface="Arial MT"/>
              </a:rPr>
              <a:t>especialmente</a:t>
            </a:r>
            <a:r>
              <a:rPr dirty="0" sz="1250" spc="370">
                <a:latin typeface="Arial MT"/>
                <a:cs typeface="Arial MT"/>
              </a:rPr>
              <a:t> </a:t>
            </a:r>
            <a:r>
              <a:rPr dirty="0" sz="1250">
                <a:latin typeface="Arial MT"/>
                <a:cs typeface="Arial MT"/>
              </a:rPr>
              <a:t>no</a:t>
            </a:r>
            <a:r>
              <a:rPr dirty="0" sz="1250" spc="295">
                <a:latin typeface="Arial MT"/>
                <a:cs typeface="Arial MT"/>
              </a:rPr>
              <a:t> </a:t>
            </a:r>
            <a:r>
              <a:rPr dirty="0" sz="1250">
                <a:latin typeface="Arial MT"/>
                <a:cs typeface="Arial MT"/>
              </a:rPr>
              <a:t>contexto</a:t>
            </a:r>
            <a:r>
              <a:rPr dirty="0" sz="1250" spc="335">
                <a:latin typeface="Arial MT"/>
                <a:cs typeface="Arial MT"/>
              </a:rPr>
              <a:t> </a:t>
            </a:r>
            <a:r>
              <a:rPr dirty="0" sz="1250">
                <a:latin typeface="Arial MT"/>
                <a:cs typeface="Arial MT"/>
              </a:rPr>
              <a:t>de</a:t>
            </a:r>
            <a:r>
              <a:rPr dirty="0" sz="1250" spc="295">
                <a:latin typeface="Arial MT"/>
                <a:cs typeface="Arial MT"/>
              </a:rPr>
              <a:t> </a:t>
            </a:r>
            <a:r>
              <a:rPr dirty="0" sz="1250">
                <a:latin typeface="Arial MT"/>
                <a:cs typeface="Arial MT"/>
              </a:rPr>
              <a:t>entregas</a:t>
            </a:r>
            <a:r>
              <a:rPr dirty="0" sz="1250" spc="330">
                <a:latin typeface="Arial MT"/>
                <a:cs typeface="Arial MT"/>
              </a:rPr>
              <a:t> </a:t>
            </a:r>
            <a:r>
              <a:rPr dirty="0" sz="1250" spc="-10">
                <a:latin typeface="Arial MT"/>
                <a:cs typeface="Arial MT"/>
              </a:rPr>
              <a:t>delivery. </a:t>
            </a:r>
            <a:r>
              <a:rPr dirty="0" sz="1250">
                <a:latin typeface="Arial MT"/>
                <a:cs typeface="Arial MT"/>
              </a:rPr>
              <a:t>Apesar</a:t>
            </a:r>
            <a:r>
              <a:rPr dirty="0" sz="1250" spc="455">
                <a:latin typeface="Arial MT"/>
                <a:cs typeface="Arial MT"/>
              </a:rPr>
              <a:t> </a:t>
            </a:r>
            <a:r>
              <a:rPr dirty="0" sz="1250">
                <a:latin typeface="Arial MT"/>
                <a:cs typeface="Arial MT"/>
              </a:rPr>
              <a:t>de</a:t>
            </a:r>
            <a:r>
              <a:rPr dirty="0" sz="1250" spc="445">
                <a:latin typeface="Arial MT"/>
                <a:cs typeface="Arial MT"/>
              </a:rPr>
              <a:t> </a:t>
            </a:r>
            <a:r>
              <a:rPr dirty="0" sz="1250">
                <a:latin typeface="Arial MT"/>
                <a:cs typeface="Arial MT"/>
              </a:rPr>
              <a:t>possuir</a:t>
            </a:r>
            <a:r>
              <a:rPr dirty="0" sz="1250" spc="470">
                <a:latin typeface="Arial MT"/>
                <a:cs typeface="Arial MT"/>
              </a:rPr>
              <a:t> </a:t>
            </a:r>
            <a:r>
              <a:rPr dirty="0" sz="1250">
                <a:latin typeface="Arial MT"/>
                <a:cs typeface="Arial MT"/>
              </a:rPr>
              <a:t>grande</a:t>
            </a:r>
            <a:r>
              <a:rPr dirty="0" sz="1250" spc="415">
                <a:latin typeface="Arial MT"/>
                <a:cs typeface="Arial MT"/>
              </a:rPr>
              <a:t> </a:t>
            </a:r>
            <a:r>
              <a:rPr dirty="0" sz="1250">
                <a:latin typeface="Arial MT"/>
                <a:cs typeface="Arial MT"/>
              </a:rPr>
              <a:t>volume</a:t>
            </a:r>
            <a:r>
              <a:rPr dirty="0" sz="1250" spc="480">
                <a:latin typeface="Arial MT"/>
                <a:cs typeface="Arial MT"/>
              </a:rPr>
              <a:t> </a:t>
            </a:r>
            <a:r>
              <a:rPr dirty="0" sz="1250">
                <a:latin typeface="Arial MT"/>
                <a:cs typeface="Arial MT"/>
              </a:rPr>
              <a:t>de</a:t>
            </a:r>
            <a:r>
              <a:rPr dirty="0" sz="1250" spc="415">
                <a:latin typeface="Arial MT"/>
                <a:cs typeface="Arial MT"/>
              </a:rPr>
              <a:t> </a:t>
            </a:r>
            <a:r>
              <a:rPr dirty="0" sz="1250">
                <a:latin typeface="Arial MT"/>
                <a:cs typeface="Arial MT"/>
              </a:rPr>
              <a:t>informações</a:t>
            </a:r>
            <a:r>
              <a:rPr dirty="0" sz="1250" spc="465">
                <a:latin typeface="Arial MT"/>
                <a:cs typeface="Arial MT"/>
              </a:rPr>
              <a:t> </a:t>
            </a:r>
            <a:r>
              <a:rPr dirty="0" sz="1250">
                <a:latin typeface="Arial MT"/>
                <a:cs typeface="Arial MT"/>
              </a:rPr>
              <a:t>operacionais</a:t>
            </a:r>
            <a:r>
              <a:rPr dirty="0" sz="1250" spc="450">
                <a:latin typeface="Arial MT"/>
                <a:cs typeface="Arial MT"/>
              </a:rPr>
              <a:t> </a:t>
            </a:r>
            <a:r>
              <a:rPr dirty="0" sz="1250">
                <a:latin typeface="Arial MT"/>
                <a:cs typeface="Arial MT"/>
              </a:rPr>
              <a:t>como</a:t>
            </a:r>
            <a:r>
              <a:rPr dirty="0" sz="1250" spc="440">
                <a:latin typeface="Arial MT"/>
                <a:cs typeface="Arial MT"/>
              </a:rPr>
              <a:t> </a:t>
            </a:r>
            <a:r>
              <a:rPr dirty="0" sz="1250" spc="-10">
                <a:latin typeface="Arial MT"/>
                <a:cs typeface="Arial MT"/>
              </a:rPr>
              <a:t>pedidos,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2360606" y="3750604"/>
            <a:ext cx="632460" cy="41973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25"/>
              </a:spcBef>
            </a:pPr>
            <a:r>
              <a:rPr dirty="0" sz="1250" spc="-10">
                <a:latin typeface="Arial MT"/>
                <a:cs typeface="Arial MT"/>
              </a:rPr>
              <a:t>dados</a:t>
            </a:r>
            <a:endParaRPr sz="1250">
              <a:latin typeface="Arial MT"/>
              <a:cs typeface="Arial MT"/>
            </a:endParaRPr>
          </a:p>
          <a:p>
            <a:pPr algn="r" marR="8890">
              <a:lnSpc>
                <a:spcPct val="100000"/>
              </a:lnSpc>
              <a:spcBef>
                <a:spcPts val="75"/>
              </a:spcBef>
              <a:tabLst>
                <a:tab pos="226060" algn="l"/>
              </a:tabLst>
            </a:pPr>
            <a:r>
              <a:rPr dirty="0" sz="1250" spc="-50">
                <a:latin typeface="Arial MT"/>
                <a:cs typeface="Arial MT"/>
              </a:rPr>
              <a:t>a</a:t>
            </a:r>
            <a:r>
              <a:rPr dirty="0" sz="1250">
                <a:latin typeface="Arial MT"/>
                <a:cs typeface="Arial MT"/>
              </a:rPr>
              <a:t>	</a:t>
            </a:r>
            <a:r>
              <a:rPr dirty="0" sz="1250" spc="-10">
                <a:latin typeface="Arial MT"/>
                <a:cs typeface="Arial MT"/>
              </a:rPr>
              <a:t>visão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2386891" y="4426455"/>
            <a:ext cx="601345" cy="2203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50" spc="-10">
                <a:latin typeface="Arial MT"/>
                <a:cs typeface="Arial MT"/>
              </a:rPr>
              <a:t>impacta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6853359" y="3750604"/>
            <a:ext cx="5487670" cy="1087120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12700" marR="5080">
              <a:lnSpc>
                <a:spcPct val="105000"/>
              </a:lnSpc>
              <a:spcBef>
                <a:spcPts val="50"/>
              </a:spcBef>
              <a:tabLst>
                <a:tab pos="1672589" algn="l"/>
                <a:tab pos="2258060" algn="l"/>
                <a:tab pos="3183890" algn="l"/>
                <a:tab pos="3410585" algn="l"/>
                <a:tab pos="3852545" algn="l"/>
                <a:tab pos="4070350" algn="l"/>
                <a:tab pos="4547235" algn="l"/>
              </a:tabLst>
            </a:pPr>
            <a:r>
              <a:rPr dirty="0" sz="1250">
                <a:latin typeface="Arial MT"/>
                <a:cs typeface="Arial MT"/>
              </a:rPr>
              <a:t>horários</a:t>
            </a:r>
            <a:r>
              <a:rPr dirty="0" sz="1250" spc="90">
                <a:latin typeface="Arial MT"/>
                <a:cs typeface="Arial MT"/>
              </a:rPr>
              <a:t>  </a:t>
            </a:r>
            <a:r>
              <a:rPr dirty="0" sz="1250">
                <a:latin typeface="Arial MT"/>
                <a:cs typeface="Arial MT"/>
              </a:rPr>
              <a:t>de</a:t>
            </a:r>
            <a:r>
              <a:rPr dirty="0" sz="1250" spc="180">
                <a:latin typeface="Arial MT"/>
                <a:cs typeface="Arial MT"/>
              </a:rPr>
              <a:t>  </a:t>
            </a:r>
            <a:r>
              <a:rPr dirty="0" sz="1250">
                <a:latin typeface="Arial MT"/>
                <a:cs typeface="Arial MT"/>
              </a:rPr>
              <a:t>pico,</a:t>
            </a:r>
            <a:r>
              <a:rPr dirty="0" sz="1250" spc="190">
                <a:latin typeface="Arial MT"/>
                <a:cs typeface="Arial MT"/>
              </a:rPr>
              <a:t>  </a:t>
            </a:r>
            <a:r>
              <a:rPr dirty="0" sz="1250">
                <a:latin typeface="Arial MT"/>
                <a:cs typeface="Arial MT"/>
              </a:rPr>
              <a:t>rotas,</a:t>
            </a:r>
            <a:r>
              <a:rPr dirty="0" sz="1250" spc="180">
                <a:latin typeface="Arial MT"/>
                <a:cs typeface="Arial MT"/>
              </a:rPr>
              <a:t>  </a:t>
            </a:r>
            <a:r>
              <a:rPr dirty="0" sz="1250">
                <a:latin typeface="Arial MT"/>
                <a:cs typeface="Arial MT"/>
              </a:rPr>
              <a:t>fidelidade</a:t>
            </a:r>
            <a:r>
              <a:rPr dirty="0" sz="1250" spc="195">
                <a:latin typeface="Arial MT"/>
                <a:cs typeface="Arial MT"/>
              </a:rPr>
              <a:t>  </a:t>
            </a:r>
            <a:r>
              <a:rPr dirty="0" sz="1250">
                <a:latin typeface="Arial MT"/>
                <a:cs typeface="Arial MT"/>
              </a:rPr>
              <a:t>de</a:t>
            </a:r>
            <a:r>
              <a:rPr dirty="0" sz="1250" spc="180">
                <a:latin typeface="Arial MT"/>
                <a:cs typeface="Arial MT"/>
              </a:rPr>
              <a:t>  </a:t>
            </a:r>
            <a:r>
              <a:rPr dirty="0" sz="1250" spc="-10">
                <a:latin typeface="Arial MT"/>
                <a:cs typeface="Arial MT"/>
              </a:rPr>
              <a:t>clientes</a:t>
            </a:r>
            <a:r>
              <a:rPr dirty="0" sz="1250">
                <a:latin typeface="Arial MT"/>
                <a:cs typeface="Arial MT"/>
              </a:rPr>
              <a:t>	</a:t>
            </a:r>
            <a:r>
              <a:rPr dirty="0" sz="1250" spc="-50">
                <a:latin typeface="Arial MT"/>
                <a:cs typeface="Arial MT"/>
              </a:rPr>
              <a:t>e</a:t>
            </a:r>
            <a:r>
              <a:rPr dirty="0" sz="1250">
                <a:latin typeface="Arial MT"/>
                <a:cs typeface="Arial MT"/>
              </a:rPr>
              <a:t>	avaliações.</a:t>
            </a:r>
            <a:r>
              <a:rPr dirty="0" sz="1250" spc="235">
                <a:latin typeface="Arial MT"/>
                <a:cs typeface="Arial MT"/>
              </a:rPr>
              <a:t>  </a:t>
            </a:r>
            <a:r>
              <a:rPr dirty="0" sz="1250" spc="-10">
                <a:latin typeface="Arial MT"/>
                <a:cs typeface="Arial MT"/>
              </a:rPr>
              <a:t>Esses </a:t>
            </a:r>
            <a:r>
              <a:rPr dirty="0" sz="1250">
                <a:latin typeface="Arial MT"/>
                <a:cs typeface="Arial MT"/>
              </a:rPr>
              <a:t>estão</a:t>
            </a:r>
            <a:r>
              <a:rPr dirty="0" sz="1250" spc="225">
                <a:latin typeface="Arial MT"/>
                <a:cs typeface="Arial MT"/>
              </a:rPr>
              <a:t> </a:t>
            </a:r>
            <a:r>
              <a:rPr dirty="0" sz="1250" spc="-10">
                <a:latin typeface="Arial MT"/>
                <a:cs typeface="Arial MT"/>
              </a:rPr>
              <a:t>fragmentados,</a:t>
            </a:r>
            <a:r>
              <a:rPr dirty="0" sz="1250">
                <a:latin typeface="Arial MT"/>
                <a:cs typeface="Arial MT"/>
              </a:rPr>
              <a:t>	</a:t>
            </a:r>
            <a:r>
              <a:rPr dirty="0" sz="1250" spc="-20">
                <a:latin typeface="Arial MT"/>
                <a:cs typeface="Arial MT"/>
              </a:rPr>
              <a:t>pouco</a:t>
            </a:r>
            <a:r>
              <a:rPr dirty="0" sz="1250">
                <a:latin typeface="Arial MT"/>
                <a:cs typeface="Arial MT"/>
              </a:rPr>
              <a:t>	</a:t>
            </a:r>
            <a:r>
              <a:rPr dirty="0" sz="1250" spc="-10">
                <a:latin typeface="Arial MT"/>
                <a:cs typeface="Arial MT"/>
              </a:rPr>
              <a:t>analisados</a:t>
            </a:r>
            <a:r>
              <a:rPr dirty="0" sz="1250">
                <a:latin typeface="Arial MT"/>
                <a:cs typeface="Arial MT"/>
              </a:rPr>
              <a:t>	</a:t>
            </a:r>
            <a:r>
              <a:rPr dirty="0" sz="1250" spc="-50">
                <a:latin typeface="Arial MT"/>
                <a:cs typeface="Arial MT"/>
              </a:rPr>
              <a:t>e</a:t>
            </a:r>
            <a:r>
              <a:rPr dirty="0" sz="1250">
                <a:latin typeface="Arial MT"/>
                <a:cs typeface="Arial MT"/>
              </a:rPr>
              <a:t>	</a:t>
            </a:r>
            <a:r>
              <a:rPr dirty="0" sz="1250" spc="-10">
                <a:latin typeface="Arial MT"/>
                <a:cs typeface="Arial MT"/>
              </a:rPr>
              <a:t>subutilizados,</a:t>
            </a:r>
            <a:r>
              <a:rPr dirty="0" sz="1250">
                <a:latin typeface="Arial MT"/>
                <a:cs typeface="Arial MT"/>
              </a:rPr>
              <a:t>	</a:t>
            </a:r>
            <a:r>
              <a:rPr dirty="0" sz="1250" spc="-10">
                <a:latin typeface="Arial MT"/>
                <a:cs typeface="Arial MT"/>
              </a:rPr>
              <a:t>dificultando </a:t>
            </a:r>
            <a:r>
              <a:rPr dirty="0" sz="1250">
                <a:latin typeface="Arial MT"/>
                <a:cs typeface="Arial MT"/>
              </a:rPr>
              <a:t>completa</a:t>
            </a:r>
            <a:r>
              <a:rPr dirty="0" sz="1250" spc="105">
                <a:latin typeface="Arial MT"/>
                <a:cs typeface="Arial MT"/>
              </a:rPr>
              <a:t> </a:t>
            </a:r>
            <a:r>
              <a:rPr dirty="0" sz="1250">
                <a:latin typeface="Arial MT"/>
                <a:cs typeface="Arial MT"/>
              </a:rPr>
              <a:t>do</a:t>
            </a:r>
            <a:r>
              <a:rPr dirty="0" sz="1250" spc="80">
                <a:latin typeface="Arial MT"/>
                <a:cs typeface="Arial MT"/>
              </a:rPr>
              <a:t> </a:t>
            </a:r>
            <a:r>
              <a:rPr dirty="0" sz="1250">
                <a:latin typeface="Arial MT"/>
                <a:cs typeface="Arial MT"/>
              </a:rPr>
              <a:t>desempenho</a:t>
            </a:r>
            <a:r>
              <a:rPr dirty="0" sz="1250" spc="105">
                <a:latin typeface="Arial MT"/>
                <a:cs typeface="Arial MT"/>
              </a:rPr>
              <a:t> </a:t>
            </a:r>
            <a:r>
              <a:rPr dirty="0" sz="1250">
                <a:latin typeface="Arial MT"/>
                <a:cs typeface="Arial MT"/>
              </a:rPr>
              <a:t>do</a:t>
            </a:r>
            <a:r>
              <a:rPr dirty="0" sz="1250" spc="80">
                <a:latin typeface="Arial MT"/>
                <a:cs typeface="Arial MT"/>
              </a:rPr>
              <a:t> </a:t>
            </a:r>
            <a:r>
              <a:rPr dirty="0" sz="1250" spc="-10">
                <a:latin typeface="Arial MT"/>
                <a:cs typeface="Arial MT"/>
              </a:rPr>
              <a:t>negócio.</a:t>
            </a:r>
            <a:endParaRPr sz="1250">
              <a:latin typeface="Arial MT"/>
              <a:cs typeface="Arial MT"/>
            </a:endParaRPr>
          </a:p>
          <a:p>
            <a:pPr marL="915035">
              <a:lnSpc>
                <a:spcPct val="100000"/>
              </a:lnSpc>
              <a:spcBef>
                <a:spcPts val="675"/>
              </a:spcBef>
              <a:tabLst>
                <a:tab pos="1499870" algn="l"/>
                <a:tab pos="2030730" algn="l"/>
                <a:tab pos="2432050" algn="l"/>
                <a:tab pos="3423285" algn="l"/>
                <a:tab pos="3733165" algn="l"/>
                <a:tab pos="4474845" algn="l"/>
                <a:tab pos="4876800" algn="l"/>
              </a:tabLst>
            </a:pPr>
            <a:r>
              <a:rPr dirty="0" sz="1250" spc="-20">
                <a:latin typeface="Arial MT"/>
                <a:cs typeface="Arial MT"/>
              </a:rPr>
              <a:t>Essa</a:t>
            </a:r>
            <a:r>
              <a:rPr dirty="0" sz="1250">
                <a:latin typeface="Arial MT"/>
                <a:cs typeface="Arial MT"/>
              </a:rPr>
              <a:t>	</a:t>
            </a:r>
            <a:r>
              <a:rPr dirty="0" sz="1250" spc="-10">
                <a:latin typeface="Arial MT"/>
                <a:cs typeface="Arial MT"/>
              </a:rPr>
              <a:t>falta</a:t>
            </a:r>
            <a:r>
              <a:rPr dirty="0" sz="1250">
                <a:latin typeface="Arial MT"/>
                <a:cs typeface="Arial MT"/>
              </a:rPr>
              <a:t>	</a:t>
            </a:r>
            <a:r>
              <a:rPr dirty="0" sz="1250" spc="-25">
                <a:latin typeface="Arial MT"/>
                <a:cs typeface="Arial MT"/>
              </a:rPr>
              <a:t>de</a:t>
            </a:r>
            <a:r>
              <a:rPr dirty="0" sz="1250">
                <a:latin typeface="Arial MT"/>
                <a:cs typeface="Arial MT"/>
              </a:rPr>
              <a:t>	</a:t>
            </a:r>
            <a:r>
              <a:rPr dirty="0" sz="1250" spc="-10">
                <a:latin typeface="Arial MT"/>
                <a:cs typeface="Arial MT"/>
              </a:rPr>
              <a:t>integração</a:t>
            </a:r>
            <a:r>
              <a:rPr dirty="0" sz="1250">
                <a:latin typeface="Arial MT"/>
                <a:cs typeface="Arial MT"/>
              </a:rPr>
              <a:t>	</a:t>
            </a:r>
            <a:r>
              <a:rPr dirty="0" sz="1250" spc="-50">
                <a:latin typeface="Arial MT"/>
                <a:cs typeface="Arial MT"/>
              </a:rPr>
              <a:t>e</a:t>
            </a:r>
            <a:r>
              <a:rPr dirty="0" sz="1250">
                <a:latin typeface="Arial MT"/>
                <a:cs typeface="Arial MT"/>
              </a:rPr>
              <a:t>	</a:t>
            </a:r>
            <a:r>
              <a:rPr dirty="0" sz="1250" spc="-10">
                <a:latin typeface="Arial MT"/>
                <a:cs typeface="Arial MT"/>
              </a:rPr>
              <a:t>análise</a:t>
            </a:r>
            <a:r>
              <a:rPr dirty="0" sz="1250">
                <a:latin typeface="Arial MT"/>
                <a:cs typeface="Arial MT"/>
              </a:rPr>
              <a:t>	</a:t>
            </a:r>
            <a:r>
              <a:rPr dirty="0" sz="1250" spc="-25">
                <a:latin typeface="Arial MT"/>
                <a:cs typeface="Arial MT"/>
              </a:rPr>
              <a:t>de</a:t>
            </a:r>
            <a:r>
              <a:rPr dirty="0" sz="1250">
                <a:latin typeface="Arial MT"/>
                <a:cs typeface="Arial MT"/>
              </a:rPr>
              <a:t>	</a:t>
            </a:r>
            <a:r>
              <a:rPr dirty="0" sz="1250" spc="-10">
                <a:latin typeface="Arial MT"/>
                <a:cs typeface="Arial MT"/>
              </a:rPr>
              <a:t>dados</a:t>
            </a:r>
            <a:endParaRPr sz="12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250">
                <a:latin typeface="Arial MT"/>
                <a:cs typeface="Arial MT"/>
              </a:rPr>
              <a:t>diretamente</a:t>
            </a:r>
            <a:r>
              <a:rPr dirty="0" sz="1250" spc="210">
                <a:latin typeface="Arial MT"/>
                <a:cs typeface="Arial MT"/>
              </a:rPr>
              <a:t> </a:t>
            </a:r>
            <a:r>
              <a:rPr dirty="0" sz="1250">
                <a:latin typeface="Arial MT"/>
                <a:cs typeface="Arial MT"/>
              </a:rPr>
              <a:t>na</a:t>
            </a:r>
            <a:r>
              <a:rPr dirty="0" sz="1250" spc="50">
                <a:latin typeface="Arial MT"/>
                <a:cs typeface="Arial MT"/>
              </a:rPr>
              <a:t> </a:t>
            </a:r>
            <a:r>
              <a:rPr dirty="0" sz="1250">
                <a:latin typeface="Arial MT"/>
                <a:cs typeface="Arial MT"/>
              </a:rPr>
              <a:t>empresa</a:t>
            </a:r>
            <a:r>
              <a:rPr dirty="0" sz="1250" spc="215">
                <a:latin typeface="Arial MT"/>
                <a:cs typeface="Arial MT"/>
              </a:rPr>
              <a:t> </a:t>
            </a:r>
            <a:r>
              <a:rPr dirty="0" sz="1250" spc="60">
                <a:latin typeface="Arial MT"/>
                <a:cs typeface="Arial MT"/>
              </a:rPr>
              <a:t>na</a:t>
            </a:r>
            <a:r>
              <a:rPr dirty="0" sz="1250" spc="370">
                <a:latin typeface="Arial MT"/>
                <a:cs typeface="Arial MT"/>
              </a:rPr>
              <a:t> </a:t>
            </a:r>
            <a:r>
              <a:rPr dirty="0" sz="1250" spc="60">
                <a:latin typeface="Arial MT"/>
                <a:cs typeface="Arial MT"/>
              </a:rPr>
              <a:t>ho</a:t>
            </a:r>
            <a:r>
              <a:rPr dirty="0" sz="1250" spc="-130">
                <a:latin typeface="Arial MT"/>
                <a:cs typeface="Arial MT"/>
              </a:rPr>
              <a:t> </a:t>
            </a:r>
            <a:r>
              <a:rPr dirty="0" sz="1250" spc="55">
                <a:latin typeface="Arial MT"/>
                <a:cs typeface="Arial MT"/>
              </a:rPr>
              <a:t>ra</a:t>
            </a:r>
            <a:r>
              <a:rPr dirty="0" sz="1250" spc="345">
                <a:latin typeface="Arial MT"/>
                <a:cs typeface="Arial MT"/>
              </a:rPr>
              <a:t> </a:t>
            </a:r>
            <a:r>
              <a:rPr dirty="0" sz="1250" spc="70">
                <a:latin typeface="Arial MT"/>
                <a:cs typeface="Arial MT"/>
              </a:rPr>
              <a:t>de: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6853359" y="4897963"/>
            <a:ext cx="3483610" cy="863600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240"/>
              </a:spcBef>
              <a:buChar char="-"/>
              <a:tabLst>
                <a:tab pos="298450" algn="l"/>
              </a:tabLst>
            </a:pPr>
            <a:r>
              <a:rPr dirty="0" sz="1250">
                <a:latin typeface="Arial MT"/>
                <a:cs typeface="Arial MT"/>
              </a:rPr>
              <a:t>Compreender</a:t>
            </a:r>
            <a:r>
              <a:rPr dirty="0" sz="1250" spc="145">
                <a:latin typeface="Arial MT"/>
                <a:cs typeface="Arial MT"/>
              </a:rPr>
              <a:t> </a:t>
            </a:r>
            <a:r>
              <a:rPr dirty="0" sz="1250">
                <a:latin typeface="Arial MT"/>
                <a:cs typeface="Arial MT"/>
              </a:rPr>
              <a:t>comportanento</a:t>
            </a:r>
            <a:r>
              <a:rPr dirty="0" sz="1250" spc="235">
                <a:latin typeface="Arial MT"/>
                <a:cs typeface="Arial MT"/>
              </a:rPr>
              <a:t> </a:t>
            </a:r>
            <a:r>
              <a:rPr dirty="0" sz="1250">
                <a:latin typeface="Arial MT"/>
                <a:cs typeface="Arial MT"/>
              </a:rPr>
              <a:t>e</a:t>
            </a:r>
            <a:r>
              <a:rPr dirty="0" sz="1250" spc="215">
                <a:latin typeface="Arial MT"/>
                <a:cs typeface="Arial MT"/>
              </a:rPr>
              <a:t> </a:t>
            </a:r>
            <a:r>
              <a:rPr dirty="0" sz="1250" spc="-10">
                <a:latin typeface="Arial MT"/>
                <a:cs typeface="Arial MT"/>
              </a:rPr>
              <a:t>recorrência</a:t>
            </a:r>
            <a:endParaRPr sz="1250">
              <a:latin typeface="Arial MT"/>
              <a:cs typeface="Arial MT"/>
            </a:endParaRPr>
          </a:p>
          <a:p>
            <a:pPr marL="298450" indent="-285750">
              <a:lnSpc>
                <a:spcPct val="100000"/>
              </a:lnSpc>
              <a:spcBef>
                <a:spcPts val="150"/>
              </a:spcBef>
              <a:buChar char="-"/>
              <a:tabLst>
                <a:tab pos="298450" algn="l"/>
              </a:tabLst>
            </a:pPr>
            <a:r>
              <a:rPr dirty="0" sz="1250">
                <a:latin typeface="Arial MT"/>
                <a:cs typeface="Arial MT"/>
              </a:rPr>
              <a:t>Identificar</a:t>
            </a:r>
            <a:r>
              <a:rPr dirty="0" sz="1250" spc="65">
                <a:latin typeface="Arial MT"/>
                <a:cs typeface="Arial MT"/>
              </a:rPr>
              <a:t> </a:t>
            </a:r>
            <a:r>
              <a:rPr dirty="0" sz="1250">
                <a:latin typeface="Arial MT"/>
                <a:cs typeface="Arial MT"/>
              </a:rPr>
              <a:t>padrões</a:t>
            </a:r>
            <a:r>
              <a:rPr dirty="0" sz="1250" spc="95">
                <a:latin typeface="Arial MT"/>
                <a:cs typeface="Arial MT"/>
              </a:rPr>
              <a:t> </a:t>
            </a:r>
            <a:r>
              <a:rPr dirty="0" sz="1250">
                <a:latin typeface="Arial MT"/>
                <a:cs typeface="Arial MT"/>
              </a:rPr>
              <a:t>de</a:t>
            </a:r>
            <a:r>
              <a:rPr dirty="0" sz="1250" spc="15">
                <a:latin typeface="Arial MT"/>
                <a:cs typeface="Arial MT"/>
              </a:rPr>
              <a:t> </a:t>
            </a:r>
            <a:r>
              <a:rPr dirty="0" sz="1250" spc="-10">
                <a:latin typeface="Arial MT"/>
                <a:cs typeface="Arial MT"/>
              </a:rPr>
              <a:t>consumo</a:t>
            </a:r>
            <a:endParaRPr sz="1250">
              <a:latin typeface="Arial MT"/>
              <a:cs typeface="Arial MT"/>
            </a:endParaRPr>
          </a:p>
          <a:p>
            <a:pPr marL="298450" indent="-285750">
              <a:lnSpc>
                <a:spcPct val="100000"/>
              </a:lnSpc>
              <a:spcBef>
                <a:spcPts val="155"/>
              </a:spcBef>
              <a:buChar char="-"/>
              <a:tabLst>
                <a:tab pos="298450" algn="l"/>
              </a:tabLst>
            </a:pPr>
            <a:r>
              <a:rPr dirty="0" sz="1250">
                <a:latin typeface="Arial MT"/>
                <a:cs typeface="Arial MT"/>
              </a:rPr>
              <a:t>Otimizar</a:t>
            </a:r>
            <a:r>
              <a:rPr dirty="0" sz="1250" spc="65">
                <a:latin typeface="Arial MT"/>
                <a:cs typeface="Arial MT"/>
              </a:rPr>
              <a:t> </a:t>
            </a:r>
            <a:r>
              <a:rPr dirty="0" sz="1250">
                <a:latin typeface="Arial MT"/>
                <a:cs typeface="Arial MT"/>
              </a:rPr>
              <a:t>estratégias</a:t>
            </a:r>
            <a:r>
              <a:rPr dirty="0" sz="1250" spc="95">
                <a:latin typeface="Arial MT"/>
                <a:cs typeface="Arial MT"/>
              </a:rPr>
              <a:t> </a:t>
            </a:r>
            <a:r>
              <a:rPr dirty="0" sz="1250" spc="-10">
                <a:latin typeface="Arial MT"/>
                <a:cs typeface="Arial MT"/>
              </a:rPr>
              <a:t>logísticas</a:t>
            </a:r>
            <a:endParaRPr sz="1250">
              <a:latin typeface="Arial MT"/>
              <a:cs typeface="Arial MT"/>
            </a:endParaRPr>
          </a:p>
          <a:p>
            <a:pPr marL="298450" indent="-285750">
              <a:lnSpc>
                <a:spcPct val="100000"/>
              </a:lnSpc>
              <a:spcBef>
                <a:spcPts val="150"/>
              </a:spcBef>
              <a:buChar char="-"/>
              <a:tabLst>
                <a:tab pos="298450" algn="l"/>
              </a:tabLst>
            </a:pPr>
            <a:r>
              <a:rPr dirty="0" sz="1250">
                <a:latin typeface="Arial MT"/>
                <a:cs typeface="Arial MT"/>
              </a:rPr>
              <a:t>Tomada</a:t>
            </a:r>
            <a:r>
              <a:rPr dirty="0" sz="1250" spc="65">
                <a:latin typeface="Arial MT"/>
                <a:cs typeface="Arial MT"/>
              </a:rPr>
              <a:t> </a:t>
            </a:r>
            <a:r>
              <a:rPr dirty="0" sz="1250">
                <a:latin typeface="Arial MT"/>
                <a:cs typeface="Arial MT"/>
              </a:rPr>
              <a:t>de</a:t>
            </a:r>
            <a:r>
              <a:rPr dirty="0" sz="1250" spc="70">
                <a:latin typeface="Arial MT"/>
                <a:cs typeface="Arial MT"/>
              </a:rPr>
              <a:t> </a:t>
            </a:r>
            <a:r>
              <a:rPr dirty="0" sz="1250" spc="-10">
                <a:latin typeface="Arial MT"/>
                <a:cs typeface="Arial MT"/>
              </a:rPr>
              <a:t>decisões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323479" y="16347016"/>
            <a:ext cx="2002155" cy="3111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u="sng" sz="18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Solução</a:t>
            </a:r>
            <a:r>
              <a:rPr dirty="0" u="sng" sz="1850" spc="-6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850" spc="-1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proposta</a:t>
            </a:r>
            <a:endParaRPr sz="1850">
              <a:latin typeface="Arial"/>
              <a:cs typeface="Arial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183451" y="16960963"/>
            <a:ext cx="5286375" cy="2197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50">
                <a:latin typeface="Arial MT"/>
                <a:cs typeface="Arial MT"/>
              </a:rPr>
              <a:t>Chegamos</a:t>
            </a:r>
            <a:r>
              <a:rPr dirty="0" sz="1250" spc="470">
                <a:latin typeface="Arial MT"/>
                <a:cs typeface="Arial MT"/>
              </a:rPr>
              <a:t> </a:t>
            </a:r>
            <a:r>
              <a:rPr dirty="0" sz="1250">
                <a:latin typeface="Arial MT"/>
                <a:cs typeface="Arial MT"/>
              </a:rPr>
              <a:t>a</a:t>
            </a:r>
            <a:r>
              <a:rPr dirty="0" sz="1250" spc="430">
                <a:latin typeface="Arial MT"/>
                <a:cs typeface="Arial MT"/>
              </a:rPr>
              <a:t> </a:t>
            </a:r>
            <a:r>
              <a:rPr dirty="0" sz="1250">
                <a:latin typeface="Arial MT"/>
                <a:cs typeface="Arial MT"/>
              </a:rPr>
              <a:t>solução</a:t>
            </a:r>
            <a:r>
              <a:rPr dirty="0" sz="1250" spc="459">
                <a:latin typeface="Arial MT"/>
                <a:cs typeface="Arial MT"/>
              </a:rPr>
              <a:t> </a:t>
            </a:r>
            <a:r>
              <a:rPr dirty="0" sz="1250">
                <a:latin typeface="Arial MT"/>
                <a:cs typeface="Arial MT"/>
              </a:rPr>
              <a:t>de</a:t>
            </a:r>
            <a:r>
              <a:rPr dirty="0" sz="1250" spc="405">
                <a:latin typeface="Arial MT"/>
                <a:cs typeface="Arial MT"/>
              </a:rPr>
              <a:t> </a:t>
            </a:r>
            <a:r>
              <a:rPr dirty="0" sz="1250">
                <a:latin typeface="Arial MT"/>
                <a:cs typeface="Arial MT"/>
              </a:rPr>
              <a:t>fornecer</a:t>
            </a:r>
            <a:r>
              <a:rPr dirty="0" sz="1250" spc="440">
                <a:latin typeface="Arial MT"/>
                <a:cs typeface="Arial MT"/>
              </a:rPr>
              <a:t> </a:t>
            </a:r>
            <a:r>
              <a:rPr dirty="0" sz="1250">
                <a:latin typeface="Arial MT"/>
                <a:cs typeface="Arial MT"/>
              </a:rPr>
              <a:t>à</a:t>
            </a:r>
            <a:r>
              <a:rPr dirty="0" sz="1250" spc="430">
                <a:latin typeface="Arial MT"/>
                <a:cs typeface="Arial MT"/>
              </a:rPr>
              <a:t> </a:t>
            </a:r>
            <a:r>
              <a:rPr dirty="0" sz="1250">
                <a:latin typeface="Arial MT"/>
                <a:cs typeface="Arial MT"/>
              </a:rPr>
              <a:t>Cannoli</a:t>
            </a:r>
            <a:r>
              <a:rPr dirty="0" sz="1250" spc="430">
                <a:latin typeface="Arial MT"/>
                <a:cs typeface="Arial MT"/>
              </a:rPr>
              <a:t> </a:t>
            </a:r>
            <a:r>
              <a:rPr dirty="0" sz="1250">
                <a:latin typeface="Arial MT"/>
                <a:cs typeface="Arial MT"/>
              </a:rPr>
              <a:t>Food</a:t>
            </a:r>
            <a:r>
              <a:rPr dirty="0" sz="1250" spc="434">
                <a:latin typeface="Arial MT"/>
                <a:cs typeface="Arial MT"/>
              </a:rPr>
              <a:t> </a:t>
            </a:r>
            <a:r>
              <a:rPr dirty="0" sz="1250">
                <a:latin typeface="Arial MT"/>
                <a:cs typeface="Arial MT"/>
              </a:rPr>
              <a:t>Tech</a:t>
            </a:r>
            <a:r>
              <a:rPr dirty="0" sz="1250" spc="430">
                <a:latin typeface="Arial MT"/>
                <a:cs typeface="Arial MT"/>
              </a:rPr>
              <a:t> </a:t>
            </a:r>
            <a:r>
              <a:rPr dirty="0" sz="1250">
                <a:latin typeface="Arial MT"/>
                <a:cs typeface="Arial MT"/>
              </a:rPr>
              <a:t>uma</a:t>
            </a:r>
            <a:r>
              <a:rPr dirty="0" sz="1250" spc="445">
                <a:latin typeface="Arial MT"/>
                <a:cs typeface="Arial MT"/>
              </a:rPr>
              <a:t> </a:t>
            </a:r>
            <a:r>
              <a:rPr dirty="0" sz="1250" spc="-10">
                <a:latin typeface="Arial MT"/>
                <a:cs typeface="Arial MT"/>
              </a:rPr>
              <a:t>forma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323479" y="17146083"/>
            <a:ext cx="3308350" cy="463550"/>
          </a:xfrm>
          <a:prstGeom prst="rect">
            <a:avLst/>
          </a:prstGeom>
        </p:spPr>
        <p:txBody>
          <a:bodyPr wrap="square" lIns="0" tIns="400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15"/>
              </a:spcBef>
              <a:tabLst>
                <a:tab pos="909955" algn="l"/>
                <a:tab pos="1144270" algn="l"/>
                <a:tab pos="1976755" algn="l"/>
                <a:tab pos="2452370" algn="l"/>
              </a:tabLst>
            </a:pPr>
            <a:r>
              <a:rPr dirty="0" sz="1250" spc="-10">
                <a:latin typeface="Arial MT"/>
                <a:cs typeface="Arial MT"/>
              </a:rPr>
              <a:t>inteligente</a:t>
            </a:r>
            <a:r>
              <a:rPr dirty="0" sz="1250">
                <a:latin typeface="Arial MT"/>
                <a:cs typeface="Arial MT"/>
              </a:rPr>
              <a:t>	</a:t>
            </a:r>
            <a:r>
              <a:rPr dirty="0" sz="1250" spc="-50">
                <a:latin typeface="Arial MT"/>
                <a:cs typeface="Arial MT"/>
              </a:rPr>
              <a:t>e</a:t>
            </a:r>
            <a:r>
              <a:rPr dirty="0" sz="1250">
                <a:latin typeface="Arial MT"/>
                <a:cs typeface="Arial MT"/>
              </a:rPr>
              <a:t>	</a:t>
            </a:r>
            <a:r>
              <a:rPr dirty="0" sz="1250" spc="-10">
                <a:latin typeface="Arial MT"/>
                <a:cs typeface="Arial MT"/>
              </a:rPr>
              <a:t>acessível</a:t>
            </a:r>
            <a:r>
              <a:rPr dirty="0" sz="1250">
                <a:latin typeface="Arial MT"/>
                <a:cs typeface="Arial MT"/>
              </a:rPr>
              <a:t>	</a:t>
            </a:r>
            <a:r>
              <a:rPr dirty="0" sz="1250" spc="-20">
                <a:latin typeface="Arial MT"/>
                <a:cs typeface="Arial MT"/>
              </a:rPr>
              <a:t>para</a:t>
            </a:r>
            <a:r>
              <a:rPr dirty="0" sz="1250">
                <a:latin typeface="Arial MT"/>
                <a:cs typeface="Arial MT"/>
              </a:rPr>
              <a:t>	</a:t>
            </a:r>
            <a:r>
              <a:rPr dirty="0" sz="1250" spc="-10">
                <a:latin typeface="Arial MT"/>
                <a:cs typeface="Arial MT"/>
              </a:rPr>
              <a:t>transformar</a:t>
            </a:r>
            <a:endParaRPr sz="12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  <a:tabLst>
                <a:tab pos="1546225" algn="l"/>
                <a:tab pos="1812289" algn="l"/>
                <a:tab pos="2768600" algn="l"/>
              </a:tabLst>
            </a:pPr>
            <a:r>
              <a:rPr dirty="0" sz="1250">
                <a:latin typeface="Arial MT"/>
                <a:cs typeface="Arial MT"/>
              </a:rPr>
              <a:t>estratégicas.</a:t>
            </a:r>
            <a:r>
              <a:rPr dirty="0" sz="1250" spc="430">
                <a:latin typeface="Arial MT"/>
                <a:cs typeface="Arial MT"/>
              </a:rPr>
              <a:t> </a:t>
            </a:r>
            <a:r>
              <a:rPr dirty="0" sz="1250" spc="-25">
                <a:latin typeface="Arial MT"/>
                <a:cs typeface="Arial MT"/>
              </a:rPr>
              <a:t>Com</a:t>
            </a:r>
            <a:r>
              <a:rPr dirty="0" sz="1250">
                <a:latin typeface="Arial MT"/>
                <a:cs typeface="Arial MT"/>
              </a:rPr>
              <a:t>	</a:t>
            </a:r>
            <a:r>
              <a:rPr dirty="0" sz="1250" spc="-50">
                <a:latin typeface="Arial MT"/>
                <a:cs typeface="Arial MT"/>
              </a:rPr>
              <a:t>a</a:t>
            </a:r>
            <a:r>
              <a:rPr dirty="0" sz="1250">
                <a:latin typeface="Arial MT"/>
                <a:cs typeface="Arial MT"/>
              </a:rPr>
              <a:t>	</a:t>
            </a:r>
            <a:r>
              <a:rPr dirty="0" sz="1250" spc="-10">
                <a:latin typeface="Arial MT"/>
                <a:cs typeface="Arial MT"/>
              </a:rPr>
              <a:t>Datalivery,</a:t>
            </a:r>
            <a:r>
              <a:rPr dirty="0" sz="1250">
                <a:latin typeface="Arial MT"/>
                <a:cs typeface="Arial MT"/>
              </a:rPr>
              <a:t>	</a:t>
            </a:r>
            <a:r>
              <a:rPr dirty="0" sz="1250" spc="-20">
                <a:latin typeface="Arial MT"/>
                <a:cs typeface="Arial MT"/>
              </a:rPr>
              <a:t>vamos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3742477" y="17146083"/>
            <a:ext cx="1632585" cy="463550"/>
          </a:xfrm>
          <a:prstGeom prst="rect">
            <a:avLst/>
          </a:prstGeom>
        </p:spPr>
        <p:txBody>
          <a:bodyPr wrap="square" lIns="0" tIns="40005" rIns="0" bIns="0" rtlCol="0" vert="horz">
            <a:spAutoFit/>
          </a:bodyPr>
          <a:lstStyle/>
          <a:p>
            <a:pPr marL="26034">
              <a:lnSpc>
                <a:spcPct val="100000"/>
              </a:lnSpc>
              <a:spcBef>
                <a:spcPts val="315"/>
              </a:spcBef>
              <a:tabLst>
                <a:tab pos="622300" algn="l"/>
              </a:tabLst>
            </a:pPr>
            <a:r>
              <a:rPr dirty="0" sz="1250" spc="-10">
                <a:latin typeface="Arial MT"/>
                <a:cs typeface="Arial MT"/>
              </a:rPr>
              <a:t>dados</a:t>
            </a:r>
            <a:r>
              <a:rPr dirty="0" sz="1250">
                <a:latin typeface="Arial MT"/>
                <a:cs typeface="Arial MT"/>
              </a:rPr>
              <a:t>	</a:t>
            </a:r>
            <a:r>
              <a:rPr dirty="0" sz="1250" spc="-10">
                <a:latin typeface="Arial MT"/>
                <a:cs typeface="Arial MT"/>
              </a:rPr>
              <a:t>operacionais</a:t>
            </a:r>
            <a:endParaRPr sz="12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  <a:tabLst>
                <a:tab pos="711200" algn="l"/>
                <a:tab pos="977900" algn="l"/>
              </a:tabLst>
            </a:pPr>
            <a:r>
              <a:rPr dirty="0" sz="1250" spc="-10">
                <a:latin typeface="Arial MT"/>
                <a:cs typeface="Arial MT"/>
              </a:rPr>
              <a:t>auxiliar</a:t>
            </a:r>
            <a:r>
              <a:rPr dirty="0" sz="1250">
                <a:latin typeface="Arial MT"/>
                <a:cs typeface="Arial MT"/>
              </a:rPr>
              <a:t>	</a:t>
            </a:r>
            <a:r>
              <a:rPr dirty="0" sz="1250" spc="-50">
                <a:latin typeface="Arial MT"/>
                <a:cs typeface="Arial MT"/>
              </a:rPr>
              <a:t>a</a:t>
            </a:r>
            <a:r>
              <a:rPr dirty="0" sz="1250">
                <a:latin typeface="Arial MT"/>
                <a:cs typeface="Arial MT"/>
              </a:rPr>
              <a:t>	</a:t>
            </a:r>
            <a:r>
              <a:rPr dirty="0" sz="1250" spc="-10">
                <a:latin typeface="Arial MT"/>
                <a:cs typeface="Arial MT"/>
              </a:rPr>
              <a:t>empresa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5433723" y="17146083"/>
            <a:ext cx="1039494" cy="463550"/>
          </a:xfrm>
          <a:prstGeom prst="rect">
            <a:avLst/>
          </a:prstGeom>
        </p:spPr>
        <p:txBody>
          <a:bodyPr wrap="square" lIns="0" tIns="40005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315"/>
              </a:spcBef>
              <a:tabLst>
                <a:tab pos="371475" algn="l"/>
              </a:tabLst>
            </a:pPr>
            <a:r>
              <a:rPr dirty="0" sz="1250" spc="-25">
                <a:latin typeface="Arial MT"/>
                <a:cs typeface="Arial MT"/>
              </a:rPr>
              <a:t>em</a:t>
            </a:r>
            <a:r>
              <a:rPr dirty="0" sz="1250">
                <a:latin typeface="Arial MT"/>
                <a:cs typeface="Arial MT"/>
              </a:rPr>
              <a:t>	</a:t>
            </a:r>
            <a:r>
              <a:rPr dirty="0" sz="1250" spc="-10">
                <a:latin typeface="Arial MT"/>
                <a:cs typeface="Arial MT"/>
              </a:rPr>
              <a:t>decisões</a:t>
            </a:r>
            <a:endParaRPr sz="1250">
              <a:latin typeface="Arial MT"/>
              <a:cs typeface="Arial MT"/>
            </a:endParaRPr>
          </a:p>
          <a:p>
            <a:pPr algn="r" marR="5080">
              <a:lnSpc>
                <a:spcPct val="100000"/>
              </a:lnSpc>
              <a:spcBef>
                <a:spcPts val="225"/>
              </a:spcBef>
              <a:tabLst>
                <a:tab pos="266700" algn="l"/>
              </a:tabLst>
            </a:pPr>
            <a:r>
              <a:rPr dirty="0" sz="1250" spc="-50">
                <a:latin typeface="Arial MT"/>
                <a:cs typeface="Arial MT"/>
              </a:rPr>
              <a:t>a</a:t>
            </a:r>
            <a:r>
              <a:rPr dirty="0" sz="1250">
                <a:latin typeface="Arial MT"/>
                <a:cs typeface="Arial MT"/>
              </a:rPr>
              <a:t>	</a:t>
            </a:r>
            <a:r>
              <a:rPr dirty="0" sz="1250" spc="-10">
                <a:latin typeface="Arial MT"/>
                <a:cs typeface="Arial MT"/>
              </a:rPr>
              <a:t>entender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323479" y="17565134"/>
            <a:ext cx="6156960" cy="482600"/>
          </a:xfrm>
          <a:prstGeom prst="rect">
            <a:avLst/>
          </a:prstGeom>
        </p:spPr>
        <p:txBody>
          <a:bodyPr wrap="square" lIns="0" tIns="501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95"/>
              </a:spcBef>
              <a:tabLst>
                <a:tab pos="662305" algn="l"/>
              </a:tabLst>
            </a:pPr>
            <a:r>
              <a:rPr dirty="0" sz="1250" spc="-10">
                <a:latin typeface="Arial MT"/>
                <a:cs typeface="Arial MT"/>
              </a:rPr>
              <a:t>melhor</a:t>
            </a:r>
            <a:r>
              <a:rPr dirty="0" sz="1250">
                <a:latin typeface="Arial MT"/>
                <a:cs typeface="Arial MT"/>
              </a:rPr>
              <a:t>	o</a:t>
            </a:r>
            <a:r>
              <a:rPr dirty="0" sz="1250" spc="15">
                <a:latin typeface="Arial MT"/>
                <a:cs typeface="Arial MT"/>
              </a:rPr>
              <a:t> </a:t>
            </a:r>
            <a:r>
              <a:rPr dirty="0" sz="1250">
                <a:latin typeface="Arial MT"/>
                <a:cs typeface="Arial MT"/>
              </a:rPr>
              <a:t>comportamento</a:t>
            </a:r>
            <a:r>
              <a:rPr dirty="0" sz="1250" spc="100">
                <a:latin typeface="Arial MT"/>
                <a:cs typeface="Arial MT"/>
              </a:rPr>
              <a:t> </a:t>
            </a:r>
            <a:r>
              <a:rPr dirty="0" sz="1250">
                <a:latin typeface="Arial MT"/>
                <a:cs typeface="Arial MT"/>
              </a:rPr>
              <a:t>de</a:t>
            </a:r>
            <a:r>
              <a:rPr dirty="0" sz="1250" spc="70">
                <a:latin typeface="Arial MT"/>
                <a:cs typeface="Arial MT"/>
              </a:rPr>
              <a:t> </a:t>
            </a:r>
            <a:r>
              <a:rPr dirty="0" sz="1250">
                <a:latin typeface="Arial MT"/>
                <a:cs typeface="Arial MT"/>
              </a:rPr>
              <a:t>seus</a:t>
            </a:r>
            <a:r>
              <a:rPr dirty="0" sz="1250" spc="90">
                <a:latin typeface="Arial MT"/>
                <a:cs typeface="Arial MT"/>
              </a:rPr>
              <a:t> </a:t>
            </a:r>
            <a:r>
              <a:rPr dirty="0" sz="1250" spc="-10">
                <a:latin typeface="Arial MT"/>
                <a:cs typeface="Arial MT"/>
              </a:rPr>
              <a:t>clientes.</a:t>
            </a:r>
            <a:endParaRPr sz="1250">
              <a:latin typeface="Arial MT"/>
              <a:cs typeface="Arial MT"/>
            </a:endParaRPr>
          </a:p>
          <a:p>
            <a:pPr marL="872490">
              <a:lnSpc>
                <a:spcPct val="100000"/>
              </a:lnSpc>
              <a:spcBef>
                <a:spcPts val="300"/>
              </a:spcBef>
              <a:tabLst>
                <a:tab pos="1806575" algn="l"/>
                <a:tab pos="2244090" algn="l"/>
                <a:tab pos="2580005" algn="l"/>
                <a:tab pos="3376295" algn="l"/>
                <a:tab pos="4090035" algn="l"/>
                <a:tab pos="4573270" algn="l"/>
                <a:tab pos="5120005" algn="l"/>
                <a:tab pos="5953125" algn="l"/>
              </a:tabLst>
            </a:pPr>
            <a:r>
              <a:rPr dirty="0" sz="1250" spc="-10">
                <a:latin typeface="Arial MT"/>
                <a:cs typeface="Arial MT"/>
              </a:rPr>
              <a:t>Queremos</a:t>
            </a:r>
            <a:r>
              <a:rPr dirty="0" sz="1250">
                <a:latin typeface="Arial MT"/>
                <a:cs typeface="Arial MT"/>
              </a:rPr>
              <a:t>	</a:t>
            </a:r>
            <a:r>
              <a:rPr dirty="0" sz="1250" spc="-25">
                <a:latin typeface="Arial MT"/>
                <a:cs typeface="Arial MT"/>
              </a:rPr>
              <a:t>que</a:t>
            </a:r>
            <a:r>
              <a:rPr dirty="0" sz="1250">
                <a:latin typeface="Arial MT"/>
                <a:cs typeface="Arial MT"/>
              </a:rPr>
              <a:t>	</a:t>
            </a:r>
            <a:r>
              <a:rPr dirty="0" sz="1250" spc="-25">
                <a:latin typeface="Arial MT"/>
                <a:cs typeface="Arial MT"/>
              </a:rPr>
              <a:t>os</a:t>
            </a:r>
            <a:r>
              <a:rPr dirty="0" sz="1250">
                <a:latin typeface="Arial MT"/>
                <a:cs typeface="Arial MT"/>
              </a:rPr>
              <a:t>	</a:t>
            </a:r>
            <a:r>
              <a:rPr dirty="0" sz="1250" spc="-10">
                <a:latin typeface="Arial MT"/>
                <a:cs typeface="Arial MT"/>
              </a:rPr>
              <a:t>gestores</a:t>
            </a:r>
            <a:r>
              <a:rPr dirty="0" sz="1250">
                <a:latin typeface="Arial MT"/>
                <a:cs typeface="Arial MT"/>
              </a:rPr>
              <a:t>	</a:t>
            </a:r>
            <a:r>
              <a:rPr dirty="0" sz="1250" spc="-10">
                <a:latin typeface="Arial MT"/>
                <a:cs typeface="Arial MT"/>
              </a:rPr>
              <a:t>tenham</a:t>
            </a:r>
            <a:r>
              <a:rPr dirty="0" sz="1250">
                <a:latin typeface="Arial MT"/>
                <a:cs typeface="Arial MT"/>
              </a:rPr>
              <a:t>	</a:t>
            </a:r>
            <a:r>
              <a:rPr dirty="0" sz="1250" spc="-25">
                <a:latin typeface="Arial MT"/>
                <a:cs typeface="Arial MT"/>
              </a:rPr>
              <a:t>uma</a:t>
            </a:r>
            <a:r>
              <a:rPr dirty="0" sz="1250">
                <a:latin typeface="Arial MT"/>
                <a:cs typeface="Arial MT"/>
              </a:rPr>
              <a:t>	</a:t>
            </a:r>
            <a:r>
              <a:rPr dirty="0" sz="1250" spc="-10">
                <a:latin typeface="Arial MT"/>
                <a:cs typeface="Arial MT"/>
              </a:rPr>
              <a:t>visão</a:t>
            </a:r>
            <a:r>
              <a:rPr dirty="0" sz="1250">
                <a:latin typeface="Arial MT"/>
                <a:cs typeface="Arial MT"/>
              </a:rPr>
              <a:t>	</a:t>
            </a:r>
            <a:r>
              <a:rPr dirty="0" sz="1250" spc="-10">
                <a:latin typeface="Arial MT"/>
                <a:cs typeface="Arial MT"/>
              </a:rPr>
              <a:t>completa</a:t>
            </a:r>
            <a:r>
              <a:rPr dirty="0" sz="1250">
                <a:latin typeface="Arial MT"/>
                <a:cs typeface="Arial MT"/>
              </a:rPr>
              <a:t>	</a:t>
            </a:r>
            <a:r>
              <a:rPr dirty="0" sz="1250" spc="-25">
                <a:latin typeface="Arial MT"/>
                <a:cs typeface="Arial MT"/>
              </a:rPr>
              <a:t>do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323479" y="18031531"/>
            <a:ext cx="6149975" cy="6546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>
              <a:lnSpc>
                <a:spcPct val="110100"/>
              </a:lnSpc>
              <a:spcBef>
                <a:spcPts val="95"/>
              </a:spcBef>
            </a:pPr>
            <a:r>
              <a:rPr dirty="0" sz="1250">
                <a:latin typeface="Arial MT"/>
                <a:cs typeface="Arial MT"/>
              </a:rPr>
              <a:t>desempenho</a:t>
            </a:r>
            <a:r>
              <a:rPr dirty="0" sz="1250" spc="305">
                <a:latin typeface="Arial MT"/>
                <a:cs typeface="Arial MT"/>
              </a:rPr>
              <a:t> </a:t>
            </a:r>
            <a:r>
              <a:rPr dirty="0" sz="1250">
                <a:latin typeface="Arial MT"/>
                <a:cs typeface="Arial MT"/>
              </a:rPr>
              <a:t>do</a:t>
            </a:r>
            <a:r>
              <a:rPr dirty="0" sz="1250" spc="310">
                <a:latin typeface="Arial MT"/>
                <a:cs typeface="Arial MT"/>
              </a:rPr>
              <a:t> </a:t>
            </a:r>
            <a:r>
              <a:rPr dirty="0" sz="1250">
                <a:latin typeface="Arial MT"/>
                <a:cs typeface="Arial MT"/>
              </a:rPr>
              <a:t>negócio,</a:t>
            </a:r>
            <a:r>
              <a:rPr dirty="0" sz="1250" spc="295">
                <a:latin typeface="Arial MT"/>
                <a:cs typeface="Arial MT"/>
              </a:rPr>
              <a:t>  </a:t>
            </a:r>
            <a:r>
              <a:rPr dirty="0" sz="1250">
                <a:latin typeface="Arial MT"/>
                <a:cs typeface="Arial MT"/>
              </a:rPr>
              <a:t>com</a:t>
            </a:r>
            <a:r>
              <a:rPr dirty="0" sz="1250" spc="320">
                <a:latin typeface="Arial MT"/>
                <a:cs typeface="Arial MT"/>
              </a:rPr>
              <a:t>  </a:t>
            </a:r>
            <a:r>
              <a:rPr dirty="0" sz="1250">
                <a:latin typeface="Arial MT"/>
                <a:cs typeface="Arial MT"/>
              </a:rPr>
              <a:t>informações</a:t>
            </a:r>
            <a:r>
              <a:rPr dirty="0" sz="1250" spc="305">
                <a:latin typeface="Arial MT"/>
                <a:cs typeface="Arial MT"/>
              </a:rPr>
              <a:t>  </a:t>
            </a:r>
            <a:r>
              <a:rPr dirty="0" sz="1250">
                <a:latin typeface="Arial MT"/>
                <a:cs typeface="Arial MT"/>
              </a:rPr>
              <a:t>em</a:t>
            </a:r>
            <a:r>
              <a:rPr dirty="0" sz="1250" spc="290">
                <a:latin typeface="Arial MT"/>
                <a:cs typeface="Arial MT"/>
              </a:rPr>
              <a:t>  </a:t>
            </a:r>
            <a:r>
              <a:rPr dirty="0" sz="1250">
                <a:latin typeface="Arial MT"/>
                <a:cs typeface="Arial MT"/>
              </a:rPr>
              <a:t>tempo</a:t>
            </a:r>
            <a:r>
              <a:rPr dirty="0" sz="1250" spc="285">
                <a:latin typeface="Arial MT"/>
                <a:cs typeface="Arial MT"/>
              </a:rPr>
              <a:t>  </a:t>
            </a:r>
            <a:r>
              <a:rPr dirty="0" sz="1250">
                <a:latin typeface="Arial MT"/>
                <a:cs typeface="Arial MT"/>
              </a:rPr>
              <a:t>real</a:t>
            </a:r>
            <a:r>
              <a:rPr dirty="0" sz="1250" spc="305">
                <a:latin typeface="Arial MT"/>
                <a:cs typeface="Arial MT"/>
              </a:rPr>
              <a:t>  </a:t>
            </a:r>
            <a:r>
              <a:rPr dirty="0" sz="1250">
                <a:latin typeface="Arial MT"/>
                <a:cs typeface="Arial MT"/>
              </a:rPr>
              <a:t>sobre</a:t>
            </a:r>
            <a:r>
              <a:rPr dirty="0" sz="1250" spc="290">
                <a:latin typeface="Arial MT"/>
                <a:cs typeface="Arial MT"/>
              </a:rPr>
              <a:t>  </a:t>
            </a:r>
            <a:r>
              <a:rPr dirty="0" sz="1250" spc="-10">
                <a:latin typeface="Arial MT"/>
                <a:cs typeface="Arial MT"/>
              </a:rPr>
              <a:t>vendas, </a:t>
            </a:r>
            <a:r>
              <a:rPr dirty="0" sz="1250">
                <a:latin typeface="Arial MT"/>
                <a:cs typeface="Arial MT"/>
              </a:rPr>
              <a:t>fidelização,</a:t>
            </a:r>
            <a:r>
              <a:rPr dirty="0" sz="1250" spc="225">
                <a:latin typeface="Arial MT"/>
                <a:cs typeface="Arial MT"/>
              </a:rPr>
              <a:t>  </a:t>
            </a:r>
            <a:r>
              <a:rPr dirty="0" sz="1250">
                <a:latin typeface="Arial MT"/>
                <a:cs typeface="Arial MT"/>
              </a:rPr>
              <a:t>satisfação</a:t>
            </a:r>
            <a:r>
              <a:rPr dirty="0" sz="1250" spc="325">
                <a:latin typeface="Arial MT"/>
                <a:cs typeface="Arial MT"/>
              </a:rPr>
              <a:t>  </a:t>
            </a:r>
            <a:r>
              <a:rPr dirty="0" sz="1250">
                <a:latin typeface="Arial MT"/>
                <a:cs typeface="Arial MT"/>
              </a:rPr>
              <a:t>e</a:t>
            </a:r>
            <a:r>
              <a:rPr dirty="0" sz="1250" spc="335">
                <a:latin typeface="Arial MT"/>
                <a:cs typeface="Arial MT"/>
              </a:rPr>
              <a:t>  </a:t>
            </a:r>
            <a:r>
              <a:rPr dirty="0" sz="1250">
                <a:latin typeface="Arial MT"/>
                <a:cs typeface="Arial MT"/>
              </a:rPr>
              <a:t>engajamento.</a:t>
            </a:r>
            <a:r>
              <a:rPr dirty="0" sz="1250" spc="325">
                <a:latin typeface="Arial MT"/>
                <a:cs typeface="Arial MT"/>
              </a:rPr>
              <a:t>  </a:t>
            </a:r>
            <a:r>
              <a:rPr dirty="0" sz="1250">
                <a:latin typeface="Arial MT"/>
                <a:cs typeface="Arial MT"/>
              </a:rPr>
              <a:t>Sendo</a:t>
            </a:r>
            <a:r>
              <a:rPr dirty="0" sz="1250" spc="220">
                <a:latin typeface="Arial MT"/>
                <a:cs typeface="Arial MT"/>
              </a:rPr>
              <a:t>  </a:t>
            </a:r>
            <a:r>
              <a:rPr dirty="0" sz="1250">
                <a:latin typeface="Arial MT"/>
                <a:cs typeface="Arial MT"/>
              </a:rPr>
              <a:t>possível</a:t>
            </a:r>
            <a:r>
              <a:rPr dirty="0" sz="1250" spc="335">
                <a:latin typeface="Arial MT"/>
                <a:cs typeface="Arial MT"/>
              </a:rPr>
              <a:t>  </a:t>
            </a:r>
            <a:r>
              <a:rPr dirty="0" sz="1250">
                <a:latin typeface="Arial MT"/>
                <a:cs typeface="Arial MT"/>
              </a:rPr>
              <a:t>identificar</a:t>
            </a:r>
            <a:r>
              <a:rPr dirty="0" sz="1250" spc="325">
                <a:latin typeface="Arial MT"/>
                <a:cs typeface="Arial MT"/>
              </a:rPr>
              <a:t>  </a:t>
            </a:r>
            <a:r>
              <a:rPr dirty="0" sz="1250" spc="-10">
                <a:latin typeface="Arial MT"/>
                <a:cs typeface="Arial MT"/>
              </a:rPr>
              <a:t>padrões, </a:t>
            </a:r>
            <a:r>
              <a:rPr dirty="0" sz="1250">
                <a:latin typeface="Arial MT"/>
                <a:cs typeface="Arial MT"/>
              </a:rPr>
              <a:t>prever</a:t>
            </a:r>
            <a:r>
              <a:rPr dirty="0" sz="1250" spc="70">
                <a:latin typeface="Arial MT"/>
                <a:cs typeface="Arial MT"/>
              </a:rPr>
              <a:t> </a:t>
            </a:r>
            <a:r>
              <a:rPr dirty="0" sz="1250">
                <a:latin typeface="Arial MT"/>
                <a:cs typeface="Arial MT"/>
              </a:rPr>
              <a:t>demandas</a:t>
            </a:r>
            <a:r>
              <a:rPr dirty="0" sz="1250" spc="55">
                <a:latin typeface="Arial MT"/>
                <a:cs typeface="Arial MT"/>
              </a:rPr>
              <a:t> </a:t>
            </a:r>
            <a:r>
              <a:rPr dirty="0" sz="1250">
                <a:latin typeface="Arial MT"/>
                <a:cs typeface="Arial MT"/>
              </a:rPr>
              <a:t>e</a:t>
            </a:r>
            <a:r>
              <a:rPr dirty="0" sz="1250" spc="90">
                <a:latin typeface="Arial MT"/>
                <a:cs typeface="Arial MT"/>
              </a:rPr>
              <a:t> </a:t>
            </a:r>
            <a:r>
              <a:rPr dirty="0" sz="1250">
                <a:latin typeface="Arial MT"/>
                <a:cs typeface="Arial MT"/>
              </a:rPr>
              <a:t>planejar</a:t>
            </a:r>
            <a:r>
              <a:rPr dirty="0" sz="1250" spc="60">
                <a:latin typeface="Arial MT"/>
                <a:cs typeface="Arial MT"/>
              </a:rPr>
              <a:t> </a:t>
            </a:r>
            <a:r>
              <a:rPr dirty="0" sz="1250">
                <a:latin typeface="Arial MT"/>
                <a:cs typeface="Arial MT"/>
              </a:rPr>
              <a:t>com</a:t>
            </a:r>
            <a:r>
              <a:rPr dirty="0" sz="1250" spc="105">
                <a:latin typeface="Arial MT"/>
                <a:cs typeface="Arial MT"/>
              </a:rPr>
              <a:t> </a:t>
            </a:r>
            <a:r>
              <a:rPr dirty="0" sz="1250">
                <a:latin typeface="Arial MT"/>
                <a:cs typeface="Arial MT"/>
              </a:rPr>
              <a:t>base</a:t>
            </a:r>
            <a:r>
              <a:rPr dirty="0" sz="1250" spc="70">
                <a:latin typeface="Arial MT"/>
                <a:cs typeface="Arial MT"/>
              </a:rPr>
              <a:t> </a:t>
            </a:r>
            <a:r>
              <a:rPr dirty="0" sz="1250">
                <a:latin typeface="Arial MT"/>
                <a:cs typeface="Arial MT"/>
              </a:rPr>
              <a:t>em</a:t>
            </a:r>
            <a:r>
              <a:rPr dirty="0" sz="1250" spc="60">
                <a:latin typeface="Arial MT"/>
                <a:cs typeface="Arial MT"/>
              </a:rPr>
              <a:t> </a:t>
            </a:r>
            <a:r>
              <a:rPr dirty="0" sz="1250">
                <a:latin typeface="Arial MT"/>
                <a:cs typeface="Arial MT"/>
              </a:rPr>
              <a:t>dados</a:t>
            </a:r>
            <a:r>
              <a:rPr dirty="0" sz="1250" spc="65">
                <a:latin typeface="Arial MT"/>
                <a:cs typeface="Arial MT"/>
              </a:rPr>
              <a:t> </a:t>
            </a:r>
            <a:r>
              <a:rPr dirty="0" sz="1250">
                <a:latin typeface="Arial MT"/>
                <a:cs typeface="Arial MT"/>
              </a:rPr>
              <a:t>reais,</a:t>
            </a:r>
            <a:r>
              <a:rPr dirty="0" sz="1250" spc="65">
                <a:latin typeface="Arial MT"/>
                <a:cs typeface="Arial MT"/>
              </a:rPr>
              <a:t> </a:t>
            </a:r>
            <a:r>
              <a:rPr dirty="0" sz="1250">
                <a:latin typeface="Arial MT"/>
                <a:cs typeface="Arial MT"/>
              </a:rPr>
              <a:t>e</a:t>
            </a:r>
            <a:r>
              <a:rPr dirty="0" sz="1250" spc="85">
                <a:latin typeface="Arial MT"/>
                <a:cs typeface="Arial MT"/>
              </a:rPr>
              <a:t> </a:t>
            </a:r>
            <a:r>
              <a:rPr dirty="0" sz="1250">
                <a:latin typeface="Arial MT"/>
                <a:cs typeface="Arial MT"/>
              </a:rPr>
              <a:t>não</a:t>
            </a:r>
            <a:r>
              <a:rPr dirty="0" sz="1250" spc="110">
                <a:latin typeface="Arial MT"/>
                <a:cs typeface="Arial MT"/>
              </a:rPr>
              <a:t> </a:t>
            </a:r>
            <a:r>
              <a:rPr dirty="0" sz="1250">
                <a:latin typeface="Arial MT"/>
                <a:cs typeface="Arial MT"/>
              </a:rPr>
              <a:t>em</a:t>
            </a:r>
            <a:r>
              <a:rPr dirty="0" sz="1250" spc="50">
                <a:latin typeface="Arial MT"/>
                <a:cs typeface="Arial MT"/>
              </a:rPr>
              <a:t> </a:t>
            </a:r>
            <a:r>
              <a:rPr dirty="0" sz="1250" spc="-10">
                <a:latin typeface="Arial MT"/>
                <a:cs typeface="Arial MT"/>
              </a:rPr>
              <a:t>suposições</a:t>
            </a:r>
            <a:r>
              <a:rPr dirty="0" sz="1250" spc="-10" b="1">
                <a:latin typeface="Arial"/>
                <a:cs typeface="Arial"/>
              </a:rPr>
              <a:t>.</a:t>
            </a:r>
            <a:endParaRPr sz="1250">
              <a:latin typeface="Arial"/>
              <a:cs typeface="Arial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2701242" y="140061"/>
            <a:ext cx="7987665" cy="1668145"/>
          </a:xfrm>
          <a:prstGeom prst="rect">
            <a:avLst/>
          </a:prstGeom>
        </p:spPr>
        <p:txBody>
          <a:bodyPr wrap="square" lIns="0" tIns="69850" rIns="0" bIns="0" rtlCol="0" vert="horz">
            <a:spAutoFit/>
          </a:bodyPr>
          <a:lstStyle/>
          <a:p>
            <a:pPr algn="ctr" marL="66675">
              <a:lnSpc>
                <a:spcPct val="100000"/>
              </a:lnSpc>
              <a:spcBef>
                <a:spcPts val="550"/>
              </a:spcBef>
            </a:pPr>
            <a:r>
              <a:rPr dirty="0" sz="3650" b="1">
                <a:solidFill>
                  <a:srgbClr val="FFFFFF"/>
                </a:solidFill>
                <a:latin typeface="Arial"/>
                <a:cs typeface="Arial"/>
              </a:rPr>
              <a:t>Semana</a:t>
            </a:r>
            <a:r>
              <a:rPr dirty="0" sz="3650" spc="-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3650" b="1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dirty="0" sz="365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3650" spc="-10" b="1">
                <a:solidFill>
                  <a:srgbClr val="FFFFFF"/>
                </a:solidFill>
                <a:latin typeface="Arial"/>
                <a:cs typeface="Arial"/>
              </a:rPr>
              <a:t>Tecnologia</a:t>
            </a:r>
            <a:r>
              <a:rPr dirty="0" sz="3650" spc="-10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3650" b="1">
                <a:solidFill>
                  <a:srgbClr val="FFFFFF"/>
                </a:solidFill>
                <a:latin typeface="Arial"/>
                <a:cs typeface="Arial"/>
              </a:rPr>
              <a:t>FECAP</a:t>
            </a:r>
            <a:r>
              <a:rPr dirty="0" sz="3650" spc="-9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3650" spc="-20" b="1">
                <a:solidFill>
                  <a:srgbClr val="FFFFFF"/>
                </a:solidFill>
                <a:latin typeface="Arial"/>
                <a:cs typeface="Arial"/>
              </a:rPr>
              <a:t>2025</a:t>
            </a:r>
            <a:endParaRPr sz="3650">
              <a:latin typeface="Arial"/>
              <a:cs typeface="Arial"/>
            </a:endParaRPr>
          </a:p>
          <a:p>
            <a:pPr algn="ctr" marL="114935">
              <a:lnSpc>
                <a:spcPct val="100000"/>
              </a:lnSpc>
              <a:spcBef>
                <a:spcPts val="315"/>
              </a:spcBef>
            </a:pPr>
            <a:r>
              <a:rPr dirty="0" sz="2700" spc="-10" b="1">
                <a:solidFill>
                  <a:srgbClr val="FFFFFF"/>
                </a:solidFill>
                <a:latin typeface="Arial"/>
                <a:cs typeface="Arial"/>
              </a:rPr>
              <a:t>Datalivery</a:t>
            </a:r>
            <a:endParaRPr sz="2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dirty="0" sz="1700" b="1">
                <a:solidFill>
                  <a:srgbClr val="FFFFFF"/>
                </a:solidFill>
                <a:latin typeface="Arial"/>
                <a:cs typeface="Arial"/>
              </a:rPr>
              <a:t>Alunos:</a:t>
            </a:r>
            <a:r>
              <a:rPr dirty="0" sz="1700" spc="-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b="1">
                <a:solidFill>
                  <a:srgbClr val="FFFFFF"/>
                </a:solidFill>
                <a:latin typeface="Arial"/>
                <a:cs typeface="Arial"/>
              </a:rPr>
              <a:t>Sátiro</a:t>
            </a:r>
            <a:r>
              <a:rPr dirty="0" sz="1700" spc="-2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b="1">
                <a:solidFill>
                  <a:srgbClr val="FFFFFF"/>
                </a:solidFill>
                <a:latin typeface="Arial"/>
                <a:cs typeface="Arial"/>
              </a:rPr>
              <a:t>Gabriel;</a:t>
            </a:r>
            <a:r>
              <a:rPr dirty="0" sz="1700" spc="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b="1">
                <a:solidFill>
                  <a:srgbClr val="FFFFFF"/>
                </a:solidFill>
                <a:latin typeface="Arial"/>
                <a:cs typeface="Arial"/>
              </a:rPr>
              <a:t>Beatriz</a:t>
            </a:r>
            <a:r>
              <a:rPr dirty="0" sz="1700" spc="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b="1">
                <a:solidFill>
                  <a:srgbClr val="FFFFFF"/>
                </a:solidFill>
                <a:latin typeface="Arial"/>
                <a:cs typeface="Arial"/>
              </a:rPr>
              <a:t>Rio</a:t>
            </a:r>
            <a:r>
              <a:rPr dirty="0" sz="17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b="1">
                <a:solidFill>
                  <a:srgbClr val="FFFFFF"/>
                </a:solidFill>
                <a:latin typeface="Arial"/>
                <a:cs typeface="Arial"/>
              </a:rPr>
              <a:t>Branco;</a:t>
            </a:r>
            <a:r>
              <a:rPr dirty="0" sz="1700" spc="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b="1">
                <a:solidFill>
                  <a:srgbClr val="FFFFFF"/>
                </a:solidFill>
                <a:latin typeface="Arial"/>
                <a:cs typeface="Arial"/>
              </a:rPr>
              <a:t>Sabrinna</a:t>
            </a:r>
            <a:r>
              <a:rPr dirty="0" sz="170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b="1">
                <a:solidFill>
                  <a:srgbClr val="FFFFFF"/>
                </a:solidFill>
                <a:latin typeface="Arial"/>
                <a:cs typeface="Arial"/>
              </a:rPr>
              <a:t>Vicente;</a:t>
            </a:r>
            <a:r>
              <a:rPr dirty="0" sz="17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b="1">
                <a:solidFill>
                  <a:srgbClr val="FFFFFF"/>
                </a:solidFill>
                <a:latin typeface="Arial"/>
                <a:cs typeface="Arial"/>
              </a:rPr>
              <a:t>Rodrigo</a:t>
            </a:r>
            <a:r>
              <a:rPr dirty="0" sz="1700" spc="-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-20" b="1">
                <a:solidFill>
                  <a:srgbClr val="FFFFFF"/>
                </a:solidFill>
                <a:latin typeface="Arial"/>
                <a:cs typeface="Arial"/>
              </a:rPr>
              <a:t>Gama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59"/>
              </a:spcBef>
            </a:pP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Professores:</a:t>
            </a:r>
            <a:r>
              <a:rPr dirty="0" sz="1400" spc="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Victor</a:t>
            </a:r>
            <a:r>
              <a:rPr dirty="0" sz="1400" spc="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Rosetti;</a:t>
            </a:r>
            <a:r>
              <a:rPr dirty="0" sz="1400" spc="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Rodrigo</a:t>
            </a:r>
            <a:r>
              <a:rPr dirty="0" sz="1400" spc="8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da</a:t>
            </a:r>
            <a:r>
              <a:rPr dirty="0" sz="1400" spc="9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Rosa;</a:t>
            </a:r>
            <a:r>
              <a:rPr dirty="0" sz="1400" spc="2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Renata</a:t>
            </a:r>
            <a:r>
              <a:rPr dirty="0" sz="1400" spc="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Muniz;</a:t>
            </a:r>
            <a:r>
              <a:rPr dirty="0" sz="1400" spc="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Marcos</a:t>
            </a:r>
            <a:r>
              <a:rPr dirty="0" sz="1400" spc="6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Minoru;</a:t>
            </a:r>
            <a:r>
              <a:rPr dirty="0" sz="1400" spc="7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Rafael</a:t>
            </a:r>
            <a:r>
              <a:rPr dirty="0" sz="1400" spc="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Arial"/>
                <a:cs typeface="Arial"/>
              </a:rPr>
              <a:t>Rosetti.</a:t>
            </a:r>
            <a:endParaRPr sz="1400">
              <a:latin typeface="Arial"/>
              <a:cs typeface="Arial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6853359" y="16347016"/>
            <a:ext cx="6155055" cy="150622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u="sng" sz="18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Futuro</a:t>
            </a:r>
            <a:r>
              <a:rPr dirty="0" u="sng" sz="1850" spc="-1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8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do</a:t>
            </a:r>
            <a:r>
              <a:rPr dirty="0" u="sng" sz="1850" spc="-3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850" spc="-1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projeto</a:t>
            </a:r>
            <a:endParaRPr sz="1850">
              <a:latin typeface="Arial"/>
              <a:cs typeface="Arial"/>
            </a:endParaRPr>
          </a:p>
          <a:p>
            <a:pPr algn="just" marL="12700" marR="5080" indent="902335">
              <a:lnSpc>
                <a:spcPct val="103800"/>
              </a:lnSpc>
              <a:spcBef>
                <a:spcPts val="1620"/>
              </a:spcBef>
            </a:pPr>
            <a:r>
              <a:rPr dirty="0" sz="1250">
                <a:latin typeface="Arial MT"/>
                <a:cs typeface="Arial MT"/>
              </a:rPr>
              <a:t>O</a:t>
            </a:r>
            <a:r>
              <a:rPr dirty="0" sz="1250" spc="320">
                <a:latin typeface="Arial MT"/>
                <a:cs typeface="Arial MT"/>
              </a:rPr>
              <a:t> </a:t>
            </a:r>
            <a:r>
              <a:rPr dirty="0" sz="1250">
                <a:latin typeface="Arial MT"/>
                <a:cs typeface="Arial MT"/>
              </a:rPr>
              <a:t>futuro</a:t>
            </a:r>
            <a:r>
              <a:rPr dirty="0" sz="1250" spc="315">
                <a:latin typeface="Arial MT"/>
                <a:cs typeface="Arial MT"/>
              </a:rPr>
              <a:t> </a:t>
            </a:r>
            <a:r>
              <a:rPr dirty="0" sz="1250">
                <a:latin typeface="Arial MT"/>
                <a:cs typeface="Arial MT"/>
              </a:rPr>
              <a:t>que</a:t>
            </a:r>
            <a:r>
              <a:rPr dirty="0" sz="1250" spc="345">
                <a:latin typeface="Arial MT"/>
                <a:cs typeface="Arial MT"/>
              </a:rPr>
              <a:t> </a:t>
            </a:r>
            <a:r>
              <a:rPr dirty="0" sz="1250">
                <a:latin typeface="Arial MT"/>
                <a:cs typeface="Arial MT"/>
              </a:rPr>
              <a:t>vemos</a:t>
            </a:r>
            <a:r>
              <a:rPr dirty="0" sz="1250" spc="280">
                <a:latin typeface="Arial MT"/>
                <a:cs typeface="Arial MT"/>
              </a:rPr>
              <a:t> </a:t>
            </a:r>
            <a:r>
              <a:rPr dirty="0" sz="1250">
                <a:latin typeface="Arial MT"/>
                <a:cs typeface="Arial MT"/>
              </a:rPr>
              <a:t>para</a:t>
            </a:r>
            <a:r>
              <a:rPr dirty="0" sz="1250" spc="335">
                <a:latin typeface="Arial MT"/>
                <a:cs typeface="Arial MT"/>
              </a:rPr>
              <a:t> </a:t>
            </a:r>
            <a:r>
              <a:rPr dirty="0" sz="1250">
                <a:latin typeface="Arial MT"/>
                <a:cs typeface="Arial MT"/>
              </a:rPr>
              <a:t>a</a:t>
            </a:r>
            <a:r>
              <a:rPr dirty="0" sz="1250" spc="320">
                <a:latin typeface="Arial MT"/>
                <a:cs typeface="Arial MT"/>
              </a:rPr>
              <a:t> </a:t>
            </a:r>
            <a:r>
              <a:rPr dirty="0" sz="1250">
                <a:latin typeface="Arial MT"/>
                <a:cs typeface="Arial MT"/>
              </a:rPr>
              <a:t>Datalivery</a:t>
            </a:r>
            <a:r>
              <a:rPr dirty="0" sz="1250" spc="290">
                <a:latin typeface="Arial MT"/>
                <a:cs typeface="Arial MT"/>
              </a:rPr>
              <a:t> </a:t>
            </a:r>
            <a:r>
              <a:rPr dirty="0" sz="1250">
                <a:latin typeface="Arial MT"/>
                <a:cs typeface="Arial MT"/>
              </a:rPr>
              <a:t>é</a:t>
            </a:r>
            <a:r>
              <a:rPr dirty="0" sz="1250" spc="320">
                <a:latin typeface="Arial MT"/>
                <a:cs typeface="Arial MT"/>
              </a:rPr>
              <a:t> </a:t>
            </a:r>
            <a:r>
              <a:rPr dirty="0" sz="1250">
                <a:latin typeface="Arial MT"/>
                <a:cs typeface="Arial MT"/>
              </a:rPr>
              <a:t>promissor</a:t>
            </a:r>
            <a:r>
              <a:rPr dirty="0" sz="1250" spc="290">
                <a:latin typeface="Arial MT"/>
                <a:cs typeface="Arial MT"/>
              </a:rPr>
              <a:t> </a:t>
            </a:r>
            <a:r>
              <a:rPr dirty="0" sz="1250">
                <a:latin typeface="Arial MT"/>
                <a:cs typeface="Arial MT"/>
              </a:rPr>
              <a:t>e</a:t>
            </a:r>
            <a:r>
              <a:rPr dirty="0" sz="1250" spc="315">
                <a:latin typeface="Arial MT"/>
                <a:cs typeface="Arial MT"/>
              </a:rPr>
              <a:t> </a:t>
            </a:r>
            <a:r>
              <a:rPr dirty="0" sz="1250">
                <a:latin typeface="Arial MT"/>
                <a:cs typeface="Arial MT"/>
              </a:rPr>
              <a:t>voltado</a:t>
            </a:r>
            <a:r>
              <a:rPr dirty="0" sz="1250" spc="340">
                <a:latin typeface="Arial MT"/>
                <a:cs typeface="Arial MT"/>
              </a:rPr>
              <a:t> </a:t>
            </a:r>
            <a:r>
              <a:rPr dirty="0" sz="1250">
                <a:latin typeface="Arial MT"/>
                <a:cs typeface="Arial MT"/>
              </a:rPr>
              <a:t>para</a:t>
            </a:r>
            <a:r>
              <a:rPr dirty="0" sz="1250" spc="335">
                <a:latin typeface="Arial MT"/>
                <a:cs typeface="Arial MT"/>
              </a:rPr>
              <a:t> </a:t>
            </a:r>
            <a:r>
              <a:rPr dirty="0" sz="1250" spc="-50">
                <a:latin typeface="Arial MT"/>
                <a:cs typeface="Arial MT"/>
              </a:rPr>
              <a:t>a </a:t>
            </a:r>
            <a:r>
              <a:rPr dirty="0" sz="1250">
                <a:latin typeface="Arial MT"/>
                <a:cs typeface="Arial MT"/>
              </a:rPr>
              <a:t>evolução</a:t>
            </a:r>
            <a:r>
              <a:rPr dirty="0" sz="1250" spc="175">
                <a:latin typeface="Arial MT"/>
                <a:cs typeface="Arial MT"/>
              </a:rPr>
              <a:t> </a:t>
            </a:r>
            <a:r>
              <a:rPr dirty="0" sz="1250">
                <a:latin typeface="Arial MT"/>
                <a:cs typeface="Arial MT"/>
              </a:rPr>
              <a:t>contínua</a:t>
            </a:r>
            <a:r>
              <a:rPr dirty="0" sz="1250" spc="204">
                <a:latin typeface="Arial MT"/>
                <a:cs typeface="Arial MT"/>
              </a:rPr>
              <a:t>  </a:t>
            </a:r>
            <a:r>
              <a:rPr dirty="0" sz="1250">
                <a:latin typeface="Arial MT"/>
                <a:cs typeface="Arial MT"/>
              </a:rPr>
              <a:t>da</a:t>
            </a:r>
            <a:r>
              <a:rPr dirty="0" sz="1250" spc="195">
                <a:latin typeface="Arial MT"/>
                <a:cs typeface="Arial MT"/>
              </a:rPr>
              <a:t>  </a:t>
            </a:r>
            <a:r>
              <a:rPr dirty="0" sz="1250">
                <a:latin typeface="Arial MT"/>
                <a:cs typeface="Arial MT"/>
              </a:rPr>
              <a:t>análise</a:t>
            </a:r>
            <a:r>
              <a:rPr dirty="0" sz="1250" spc="235">
                <a:latin typeface="Arial MT"/>
                <a:cs typeface="Arial MT"/>
              </a:rPr>
              <a:t>  </a:t>
            </a:r>
            <a:r>
              <a:rPr dirty="0" sz="1250">
                <a:latin typeface="Arial MT"/>
                <a:cs typeface="Arial MT"/>
              </a:rPr>
              <a:t>de</a:t>
            </a:r>
            <a:r>
              <a:rPr dirty="0" sz="1250" spc="195">
                <a:latin typeface="Arial MT"/>
                <a:cs typeface="Arial MT"/>
              </a:rPr>
              <a:t>  </a:t>
            </a:r>
            <a:r>
              <a:rPr dirty="0" sz="1250">
                <a:latin typeface="Arial MT"/>
                <a:cs typeface="Arial MT"/>
              </a:rPr>
              <a:t>dados.</a:t>
            </a:r>
            <a:r>
              <a:rPr dirty="0" sz="1250" spc="200">
                <a:latin typeface="Arial MT"/>
                <a:cs typeface="Arial MT"/>
              </a:rPr>
              <a:t>  </a:t>
            </a:r>
            <a:r>
              <a:rPr dirty="0" sz="1250">
                <a:latin typeface="Arial MT"/>
                <a:cs typeface="Arial MT"/>
              </a:rPr>
              <a:t>Nosso</a:t>
            </a:r>
            <a:r>
              <a:rPr dirty="0" sz="1250" spc="225">
                <a:latin typeface="Arial MT"/>
                <a:cs typeface="Arial MT"/>
              </a:rPr>
              <a:t>  </a:t>
            </a:r>
            <a:r>
              <a:rPr dirty="0" sz="1250">
                <a:latin typeface="Arial MT"/>
                <a:cs typeface="Arial MT"/>
              </a:rPr>
              <a:t>próximo</a:t>
            </a:r>
            <a:r>
              <a:rPr dirty="0" sz="1250" spc="220">
                <a:latin typeface="Arial MT"/>
                <a:cs typeface="Arial MT"/>
              </a:rPr>
              <a:t>  </a:t>
            </a:r>
            <a:r>
              <a:rPr dirty="0" sz="1250">
                <a:latin typeface="Arial MT"/>
                <a:cs typeface="Arial MT"/>
              </a:rPr>
              <a:t>passo</a:t>
            </a:r>
            <a:r>
              <a:rPr dirty="0" sz="1250" spc="204">
                <a:latin typeface="Arial MT"/>
                <a:cs typeface="Arial MT"/>
              </a:rPr>
              <a:t>  </a:t>
            </a:r>
            <a:r>
              <a:rPr dirty="0" sz="1250">
                <a:latin typeface="Arial MT"/>
                <a:cs typeface="Arial MT"/>
              </a:rPr>
              <a:t>é</a:t>
            </a:r>
            <a:r>
              <a:rPr dirty="0" sz="1250" spc="215">
                <a:latin typeface="Arial MT"/>
                <a:cs typeface="Arial MT"/>
              </a:rPr>
              <a:t>  </a:t>
            </a:r>
            <a:r>
              <a:rPr dirty="0" sz="1250" spc="-10">
                <a:latin typeface="Arial MT"/>
                <a:cs typeface="Arial MT"/>
              </a:rPr>
              <a:t>expandir </a:t>
            </a:r>
            <a:r>
              <a:rPr dirty="0" sz="1250">
                <a:latin typeface="Arial MT"/>
                <a:cs typeface="Arial MT"/>
              </a:rPr>
              <a:t>as</a:t>
            </a:r>
            <a:r>
              <a:rPr dirty="0" sz="1250" spc="459">
                <a:latin typeface="Arial MT"/>
                <a:cs typeface="Arial MT"/>
              </a:rPr>
              <a:t> </a:t>
            </a:r>
            <a:r>
              <a:rPr dirty="0" sz="1250">
                <a:latin typeface="Arial MT"/>
                <a:cs typeface="Arial MT"/>
              </a:rPr>
              <a:t>funcionalidades</a:t>
            </a:r>
            <a:r>
              <a:rPr dirty="0" sz="1250" spc="335">
                <a:latin typeface="Arial MT"/>
                <a:cs typeface="Arial MT"/>
              </a:rPr>
              <a:t>   </a:t>
            </a:r>
            <a:r>
              <a:rPr dirty="0" sz="1250">
                <a:latin typeface="Arial MT"/>
                <a:cs typeface="Arial MT"/>
              </a:rPr>
              <a:t>da</a:t>
            </a:r>
            <a:r>
              <a:rPr dirty="0" sz="1250" spc="315">
                <a:latin typeface="Arial MT"/>
                <a:cs typeface="Arial MT"/>
              </a:rPr>
              <a:t>   </a:t>
            </a:r>
            <a:r>
              <a:rPr dirty="0" sz="1250">
                <a:latin typeface="Arial MT"/>
                <a:cs typeface="Arial MT"/>
              </a:rPr>
              <a:t>plataforma,</a:t>
            </a:r>
            <a:r>
              <a:rPr dirty="0" sz="1250" spc="335">
                <a:latin typeface="Arial MT"/>
                <a:cs typeface="Arial MT"/>
              </a:rPr>
              <a:t>   </a:t>
            </a:r>
            <a:r>
              <a:rPr dirty="0" sz="1250">
                <a:latin typeface="Arial MT"/>
                <a:cs typeface="Arial MT"/>
              </a:rPr>
              <a:t>tornando-a</a:t>
            </a:r>
            <a:r>
              <a:rPr dirty="0" sz="1250" spc="330">
                <a:latin typeface="Arial MT"/>
                <a:cs typeface="Arial MT"/>
              </a:rPr>
              <a:t>   </a:t>
            </a:r>
            <a:r>
              <a:rPr dirty="0" sz="1250">
                <a:latin typeface="Arial MT"/>
                <a:cs typeface="Arial MT"/>
              </a:rPr>
              <a:t>ainda</a:t>
            </a:r>
            <a:r>
              <a:rPr dirty="0" sz="1250" spc="325">
                <a:latin typeface="Arial MT"/>
                <a:cs typeface="Arial MT"/>
              </a:rPr>
              <a:t>   </a:t>
            </a:r>
            <a:r>
              <a:rPr dirty="0" sz="1250">
                <a:latin typeface="Arial MT"/>
                <a:cs typeface="Arial MT"/>
              </a:rPr>
              <a:t>mais</a:t>
            </a:r>
            <a:r>
              <a:rPr dirty="0" sz="1250" spc="330">
                <a:latin typeface="Arial MT"/>
                <a:cs typeface="Arial MT"/>
              </a:rPr>
              <a:t>   </a:t>
            </a:r>
            <a:r>
              <a:rPr dirty="0" sz="1250" spc="-10">
                <a:latin typeface="Arial MT"/>
                <a:cs typeface="Arial MT"/>
              </a:rPr>
              <a:t>completa, </a:t>
            </a:r>
            <a:r>
              <a:rPr dirty="0" sz="1250">
                <a:latin typeface="Arial MT"/>
                <a:cs typeface="Arial MT"/>
              </a:rPr>
              <a:t>automatizada</a:t>
            </a:r>
            <a:r>
              <a:rPr dirty="0" sz="1250" spc="135">
                <a:latin typeface="Arial MT"/>
                <a:cs typeface="Arial MT"/>
              </a:rPr>
              <a:t> </a:t>
            </a:r>
            <a:r>
              <a:rPr dirty="0" sz="1250">
                <a:latin typeface="Arial MT"/>
                <a:cs typeface="Arial MT"/>
              </a:rPr>
              <a:t>e</a:t>
            </a:r>
            <a:r>
              <a:rPr dirty="0" sz="1250" spc="185">
                <a:latin typeface="Arial MT"/>
                <a:cs typeface="Arial MT"/>
              </a:rPr>
              <a:t> </a:t>
            </a:r>
            <a:r>
              <a:rPr dirty="0" sz="1250">
                <a:latin typeface="Arial MT"/>
                <a:cs typeface="Arial MT"/>
              </a:rPr>
              <a:t>integrada</a:t>
            </a:r>
            <a:r>
              <a:rPr dirty="0" sz="1250" spc="185">
                <a:latin typeface="Arial MT"/>
                <a:cs typeface="Arial MT"/>
              </a:rPr>
              <a:t> </a:t>
            </a:r>
            <a:r>
              <a:rPr dirty="0" sz="1250">
                <a:latin typeface="Arial MT"/>
                <a:cs typeface="Arial MT"/>
              </a:rPr>
              <a:t>com</a:t>
            </a:r>
            <a:r>
              <a:rPr dirty="0" sz="1250" spc="225">
                <a:latin typeface="Arial MT"/>
                <a:cs typeface="Arial MT"/>
              </a:rPr>
              <a:t> </a:t>
            </a:r>
            <a:r>
              <a:rPr dirty="0" sz="1250">
                <a:latin typeface="Arial MT"/>
                <a:cs typeface="Arial MT"/>
              </a:rPr>
              <a:t>as</a:t>
            </a:r>
            <a:r>
              <a:rPr dirty="0" sz="1250" spc="145">
                <a:latin typeface="Arial MT"/>
                <a:cs typeface="Arial MT"/>
              </a:rPr>
              <a:t> </a:t>
            </a:r>
            <a:r>
              <a:rPr dirty="0" sz="1250">
                <a:latin typeface="Arial MT"/>
                <a:cs typeface="Arial MT"/>
              </a:rPr>
              <a:t>principais</a:t>
            </a:r>
            <a:r>
              <a:rPr dirty="0" sz="1250" spc="170">
                <a:latin typeface="Arial MT"/>
                <a:cs typeface="Arial MT"/>
              </a:rPr>
              <a:t> </a:t>
            </a:r>
            <a:r>
              <a:rPr dirty="0" sz="1250">
                <a:latin typeface="Arial MT"/>
                <a:cs typeface="Arial MT"/>
              </a:rPr>
              <a:t>ferramentas</a:t>
            </a:r>
            <a:r>
              <a:rPr dirty="0" sz="1250" spc="215">
                <a:latin typeface="Arial MT"/>
                <a:cs typeface="Arial MT"/>
              </a:rPr>
              <a:t> </a:t>
            </a:r>
            <a:r>
              <a:rPr dirty="0" sz="1250">
                <a:latin typeface="Arial MT"/>
                <a:cs typeface="Arial MT"/>
              </a:rPr>
              <a:t>de</a:t>
            </a:r>
            <a:r>
              <a:rPr dirty="0" sz="1250" spc="150">
                <a:latin typeface="Arial MT"/>
                <a:cs typeface="Arial MT"/>
              </a:rPr>
              <a:t> </a:t>
            </a:r>
            <a:r>
              <a:rPr dirty="0" sz="1250">
                <a:latin typeface="Arial MT"/>
                <a:cs typeface="Arial MT"/>
              </a:rPr>
              <a:t>gestão</a:t>
            </a:r>
            <a:r>
              <a:rPr dirty="0" sz="1250" spc="145">
                <a:latin typeface="Arial MT"/>
                <a:cs typeface="Arial MT"/>
              </a:rPr>
              <a:t> </a:t>
            </a:r>
            <a:r>
              <a:rPr dirty="0" sz="1250">
                <a:latin typeface="Arial MT"/>
                <a:cs typeface="Arial MT"/>
              </a:rPr>
              <a:t>utilizadas</a:t>
            </a:r>
            <a:r>
              <a:rPr dirty="0" sz="1250" spc="229">
                <a:latin typeface="Arial MT"/>
                <a:cs typeface="Arial MT"/>
              </a:rPr>
              <a:t> </a:t>
            </a:r>
            <a:r>
              <a:rPr dirty="0" sz="1250" spc="-10">
                <a:latin typeface="Arial MT"/>
                <a:cs typeface="Arial MT"/>
              </a:rPr>
              <a:t>pelas empresas</a:t>
            </a:r>
            <a:r>
              <a:rPr dirty="0" sz="1250" spc="-10" b="1">
                <a:latin typeface="Arial"/>
                <a:cs typeface="Arial"/>
              </a:rPr>
              <a:t>.</a:t>
            </a:r>
            <a:endParaRPr sz="1250">
              <a:latin typeface="Arial"/>
              <a:cs typeface="Arial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3921138" y="5939168"/>
            <a:ext cx="5544820" cy="4375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27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Imagens</a:t>
            </a:r>
            <a:r>
              <a:rPr dirty="0" u="sng" sz="2700" spc="-2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7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e</a:t>
            </a:r>
            <a:r>
              <a:rPr dirty="0" u="sng" sz="2700" spc="-1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7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ferramentas</a:t>
            </a:r>
            <a:r>
              <a:rPr dirty="0" u="sng" sz="2700" spc="-1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7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do</a:t>
            </a:r>
            <a:r>
              <a:rPr dirty="0" u="sng" sz="2700" spc="-1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Projeto</a:t>
            </a:r>
            <a:endParaRPr sz="2700">
              <a:latin typeface="Arial"/>
              <a:cs typeface="Arial"/>
            </a:endParaRPr>
          </a:p>
        </p:txBody>
      </p:sp>
      <p:grpSp>
        <p:nvGrpSpPr>
          <p:cNvPr id="23" name="object 23" descr=""/>
          <p:cNvGrpSpPr/>
          <p:nvPr/>
        </p:nvGrpSpPr>
        <p:grpSpPr>
          <a:xfrm>
            <a:off x="514350" y="6823002"/>
            <a:ext cx="12361545" cy="9117965"/>
            <a:chOff x="514350" y="6823002"/>
            <a:chExt cx="12361545" cy="9117965"/>
          </a:xfrm>
        </p:grpSpPr>
        <p:pic>
          <p:nvPicPr>
            <p:cNvPr id="24" name="object 2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4350" y="13131885"/>
              <a:ext cx="5942580" cy="2808519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48475" y="13131885"/>
              <a:ext cx="6027291" cy="2808519"/>
            </a:xfrm>
            <a:prstGeom prst="rect">
              <a:avLst/>
            </a:prstGeom>
          </p:spPr>
        </p:pic>
        <p:pic>
          <p:nvPicPr>
            <p:cNvPr id="26" name="object 2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14707" y="6823002"/>
              <a:ext cx="199420" cy="251957"/>
            </a:xfrm>
            <a:prstGeom prst="rect">
              <a:avLst/>
            </a:prstGeom>
          </p:spPr>
        </p:pic>
      </p:grpSp>
      <p:grpSp>
        <p:nvGrpSpPr>
          <p:cNvPr id="27" name="object 27" descr=""/>
          <p:cNvGrpSpPr/>
          <p:nvPr/>
        </p:nvGrpSpPr>
        <p:grpSpPr>
          <a:xfrm>
            <a:off x="1390650" y="5789904"/>
            <a:ext cx="10609580" cy="6807834"/>
            <a:chOff x="1390650" y="5789904"/>
            <a:chExt cx="10609580" cy="6807834"/>
          </a:xfrm>
        </p:grpSpPr>
        <p:pic>
          <p:nvPicPr>
            <p:cNvPr id="28" name="object 2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820150" y="5789904"/>
              <a:ext cx="3179454" cy="2416835"/>
            </a:xfrm>
            <a:prstGeom prst="rect">
              <a:avLst/>
            </a:prstGeom>
          </p:spPr>
        </p:pic>
        <p:pic>
          <p:nvPicPr>
            <p:cNvPr id="29" name="object 2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90650" y="6675386"/>
              <a:ext cx="2590171" cy="626478"/>
            </a:xfrm>
            <a:prstGeom prst="rect">
              <a:avLst/>
            </a:prstGeom>
          </p:spPr>
        </p:pic>
        <p:pic>
          <p:nvPicPr>
            <p:cNvPr id="30" name="object 30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438525" y="6561180"/>
              <a:ext cx="2494612" cy="2236109"/>
            </a:xfrm>
            <a:prstGeom prst="rect">
              <a:avLst/>
            </a:prstGeom>
          </p:spPr>
        </p:pic>
        <p:pic>
          <p:nvPicPr>
            <p:cNvPr id="31" name="object 31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239000" y="7313473"/>
              <a:ext cx="2246401" cy="731341"/>
            </a:xfrm>
            <a:prstGeom prst="rect">
              <a:avLst/>
            </a:prstGeom>
          </p:spPr>
        </p:pic>
        <p:pic>
          <p:nvPicPr>
            <p:cNvPr id="32" name="object 32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229225" y="7903866"/>
              <a:ext cx="2532424" cy="1398121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867025" y="9075129"/>
              <a:ext cx="7694532" cy="3522254"/>
            </a:xfrm>
            <a:prstGeom prst="rect">
              <a:avLst/>
            </a:prstGeom>
          </p:spPr>
        </p:pic>
        <p:sp>
          <p:nvSpPr>
            <p:cNvPr id="34" name="object 34" descr=""/>
            <p:cNvSpPr/>
            <p:nvPr/>
          </p:nvSpPr>
          <p:spPr>
            <a:xfrm>
              <a:off x="5141798" y="6553224"/>
              <a:ext cx="2270760" cy="779145"/>
            </a:xfrm>
            <a:custGeom>
              <a:avLst/>
              <a:gdLst/>
              <a:ahLst/>
              <a:cxnLst/>
              <a:rect l="l" t="t" r="r" b="b"/>
              <a:pathLst>
                <a:path w="2270759" h="779145">
                  <a:moveTo>
                    <a:pt x="739038" y="611924"/>
                  </a:moveTo>
                  <a:lnTo>
                    <a:pt x="737793" y="602462"/>
                  </a:lnTo>
                  <a:lnTo>
                    <a:pt x="734199" y="593356"/>
                  </a:lnTo>
                  <a:lnTo>
                    <a:pt x="679373" y="491744"/>
                  </a:lnTo>
                  <a:lnTo>
                    <a:pt x="679373" y="601738"/>
                  </a:lnTo>
                  <a:lnTo>
                    <a:pt x="677659" y="608571"/>
                  </a:lnTo>
                  <a:lnTo>
                    <a:pt x="672871" y="614210"/>
                  </a:lnTo>
                  <a:lnTo>
                    <a:pt x="665467" y="617766"/>
                  </a:lnTo>
                  <a:lnTo>
                    <a:pt x="264731" y="721220"/>
                  </a:lnTo>
                  <a:lnTo>
                    <a:pt x="255854" y="721436"/>
                  </a:lnTo>
                  <a:lnTo>
                    <a:pt x="248462" y="718019"/>
                  </a:lnTo>
                  <a:lnTo>
                    <a:pt x="243852" y="711987"/>
                  </a:lnTo>
                  <a:lnTo>
                    <a:pt x="243319" y="704354"/>
                  </a:lnTo>
                  <a:lnTo>
                    <a:pt x="386486" y="105918"/>
                  </a:lnTo>
                  <a:lnTo>
                    <a:pt x="390893" y="99339"/>
                  </a:lnTo>
                  <a:lnTo>
                    <a:pt x="398386" y="96545"/>
                  </a:lnTo>
                  <a:lnTo>
                    <a:pt x="406438" y="97790"/>
                  </a:lnTo>
                  <a:lnTo>
                    <a:pt x="412483" y="103327"/>
                  </a:lnTo>
                  <a:lnTo>
                    <a:pt x="677557" y="594626"/>
                  </a:lnTo>
                  <a:lnTo>
                    <a:pt x="679373" y="601738"/>
                  </a:lnTo>
                  <a:lnTo>
                    <a:pt x="679373" y="491744"/>
                  </a:lnTo>
                  <a:lnTo>
                    <a:pt x="466153" y="96545"/>
                  </a:lnTo>
                  <a:lnTo>
                    <a:pt x="427266" y="24485"/>
                  </a:lnTo>
                  <a:lnTo>
                    <a:pt x="385305" y="0"/>
                  </a:lnTo>
                  <a:lnTo>
                    <a:pt x="371754" y="889"/>
                  </a:lnTo>
                  <a:lnTo>
                    <a:pt x="7581" y="490880"/>
                  </a:lnTo>
                  <a:lnTo>
                    <a:pt x="0" y="514565"/>
                  </a:lnTo>
                  <a:lnTo>
                    <a:pt x="2120" y="526732"/>
                  </a:lnTo>
                  <a:lnTo>
                    <a:pt x="170891" y="758113"/>
                  </a:lnTo>
                  <a:lnTo>
                    <a:pt x="214858" y="778852"/>
                  </a:lnTo>
                  <a:lnTo>
                    <a:pt x="219798" y="778852"/>
                  </a:lnTo>
                  <a:lnTo>
                    <a:pt x="444842" y="721436"/>
                  </a:lnTo>
                  <a:lnTo>
                    <a:pt x="701979" y="655053"/>
                  </a:lnTo>
                  <a:lnTo>
                    <a:pt x="734479" y="630529"/>
                  </a:lnTo>
                  <a:lnTo>
                    <a:pt x="737933" y="621398"/>
                  </a:lnTo>
                  <a:lnTo>
                    <a:pt x="739038" y="611924"/>
                  </a:lnTo>
                  <a:close/>
                </a:path>
                <a:path w="2270759" h="779145">
                  <a:moveTo>
                    <a:pt x="1354924" y="326999"/>
                  </a:moveTo>
                  <a:lnTo>
                    <a:pt x="1350048" y="326072"/>
                  </a:lnTo>
                  <a:lnTo>
                    <a:pt x="1350835" y="326072"/>
                  </a:lnTo>
                  <a:lnTo>
                    <a:pt x="1342745" y="325450"/>
                  </a:lnTo>
                  <a:lnTo>
                    <a:pt x="1334592" y="325450"/>
                  </a:lnTo>
                  <a:lnTo>
                    <a:pt x="1324508" y="326072"/>
                  </a:lnTo>
                  <a:lnTo>
                    <a:pt x="1288275" y="340715"/>
                  </a:lnTo>
                  <a:lnTo>
                    <a:pt x="1268831" y="361467"/>
                  </a:lnTo>
                  <a:lnTo>
                    <a:pt x="1265872" y="361467"/>
                  </a:lnTo>
                  <a:lnTo>
                    <a:pt x="1256982" y="329069"/>
                  </a:lnTo>
                  <a:lnTo>
                    <a:pt x="1211376" y="329069"/>
                  </a:lnTo>
                  <a:lnTo>
                    <a:pt x="1211376" y="521741"/>
                  </a:lnTo>
                  <a:lnTo>
                    <a:pt x="1271600" y="521741"/>
                  </a:lnTo>
                  <a:lnTo>
                    <a:pt x="1271600" y="423684"/>
                  </a:lnTo>
                  <a:lnTo>
                    <a:pt x="1272603" y="412699"/>
                  </a:lnTo>
                  <a:lnTo>
                    <a:pt x="1296530" y="381838"/>
                  </a:lnTo>
                  <a:lnTo>
                    <a:pt x="1332611" y="374561"/>
                  </a:lnTo>
                  <a:lnTo>
                    <a:pt x="1339583" y="374561"/>
                  </a:lnTo>
                  <a:lnTo>
                    <a:pt x="1345514" y="375145"/>
                  </a:lnTo>
                  <a:lnTo>
                    <a:pt x="1350391" y="376288"/>
                  </a:lnTo>
                  <a:lnTo>
                    <a:pt x="1350492" y="375145"/>
                  </a:lnTo>
                  <a:lnTo>
                    <a:pt x="1350543" y="374561"/>
                  </a:lnTo>
                  <a:lnTo>
                    <a:pt x="1351749" y="361467"/>
                  </a:lnTo>
                  <a:lnTo>
                    <a:pt x="1354734" y="329069"/>
                  </a:lnTo>
                  <a:lnTo>
                    <a:pt x="1354836" y="327926"/>
                  </a:lnTo>
                  <a:lnTo>
                    <a:pt x="1354924" y="326999"/>
                  </a:lnTo>
                  <a:close/>
                </a:path>
                <a:path w="2270759" h="779145">
                  <a:moveTo>
                    <a:pt x="1447088" y="329069"/>
                  </a:moveTo>
                  <a:lnTo>
                    <a:pt x="1386865" y="329069"/>
                  </a:lnTo>
                  <a:lnTo>
                    <a:pt x="1386865" y="521741"/>
                  </a:lnTo>
                  <a:lnTo>
                    <a:pt x="1447088" y="521741"/>
                  </a:lnTo>
                  <a:lnTo>
                    <a:pt x="1447088" y="329069"/>
                  </a:lnTo>
                  <a:close/>
                </a:path>
                <a:path w="2270759" h="779145">
                  <a:moveTo>
                    <a:pt x="1449857" y="279260"/>
                  </a:moveTo>
                  <a:lnTo>
                    <a:pt x="1447800" y="268033"/>
                  </a:lnTo>
                  <a:lnTo>
                    <a:pt x="1441653" y="260007"/>
                  </a:lnTo>
                  <a:lnTo>
                    <a:pt x="1431417" y="255193"/>
                  </a:lnTo>
                  <a:lnTo>
                    <a:pt x="1417078" y="253593"/>
                  </a:lnTo>
                  <a:lnTo>
                    <a:pt x="1402740" y="255193"/>
                  </a:lnTo>
                  <a:lnTo>
                    <a:pt x="1392504" y="260007"/>
                  </a:lnTo>
                  <a:lnTo>
                    <a:pt x="1386357" y="268033"/>
                  </a:lnTo>
                  <a:lnTo>
                    <a:pt x="1384300" y="279260"/>
                  </a:lnTo>
                  <a:lnTo>
                    <a:pt x="1386357" y="290576"/>
                  </a:lnTo>
                  <a:lnTo>
                    <a:pt x="1392504" y="298653"/>
                  </a:lnTo>
                  <a:lnTo>
                    <a:pt x="1402740" y="303504"/>
                  </a:lnTo>
                  <a:lnTo>
                    <a:pt x="1417078" y="305117"/>
                  </a:lnTo>
                  <a:lnTo>
                    <a:pt x="1424762" y="304685"/>
                  </a:lnTo>
                  <a:lnTo>
                    <a:pt x="1430985" y="303504"/>
                  </a:lnTo>
                  <a:lnTo>
                    <a:pt x="1431201" y="303504"/>
                  </a:lnTo>
                  <a:lnTo>
                    <a:pt x="1437055" y="301282"/>
                  </a:lnTo>
                  <a:lnTo>
                    <a:pt x="1441665" y="298310"/>
                  </a:lnTo>
                  <a:lnTo>
                    <a:pt x="1447126" y="293776"/>
                  </a:lnTo>
                  <a:lnTo>
                    <a:pt x="1449857" y="287413"/>
                  </a:lnTo>
                  <a:lnTo>
                    <a:pt x="1449857" y="279260"/>
                  </a:lnTo>
                  <a:close/>
                </a:path>
                <a:path w="2270759" h="779145">
                  <a:moveTo>
                    <a:pt x="1659115" y="464527"/>
                  </a:moveTo>
                  <a:lnTo>
                    <a:pt x="1641246" y="425729"/>
                  </a:lnTo>
                  <a:lnTo>
                    <a:pt x="1597698" y="404558"/>
                  </a:lnTo>
                  <a:lnTo>
                    <a:pt x="1584464" y="399783"/>
                  </a:lnTo>
                  <a:lnTo>
                    <a:pt x="1573784" y="395643"/>
                  </a:lnTo>
                  <a:lnTo>
                    <a:pt x="1565668" y="392112"/>
                  </a:lnTo>
                  <a:lnTo>
                    <a:pt x="1560093" y="389216"/>
                  </a:lnTo>
                  <a:lnTo>
                    <a:pt x="1554365" y="385775"/>
                  </a:lnTo>
                  <a:lnTo>
                    <a:pt x="1551495" y="381698"/>
                  </a:lnTo>
                  <a:lnTo>
                    <a:pt x="1551495" y="376974"/>
                  </a:lnTo>
                  <a:lnTo>
                    <a:pt x="1553159" y="371475"/>
                  </a:lnTo>
                  <a:lnTo>
                    <a:pt x="1558163" y="367538"/>
                  </a:lnTo>
                  <a:lnTo>
                    <a:pt x="1566494" y="365188"/>
                  </a:lnTo>
                  <a:lnTo>
                    <a:pt x="1578152" y="364401"/>
                  </a:lnTo>
                  <a:lnTo>
                    <a:pt x="1585620" y="364642"/>
                  </a:lnTo>
                  <a:lnTo>
                    <a:pt x="1630413" y="375577"/>
                  </a:lnTo>
                  <a:lnTo>
                    <a:pt x="1638566" y="378536"/>
                  </a:lnTo>
                  <a:lnTo>
                    <a:pt x="1645221" y="364642"/>
                  </a:lnTo>
                  <a:lnTo>
                    <a:pt x="1645348" y="364401"/>
                  </a:lnTo>
                  <a:lnTo>
                    <a:pt x="1656740" y="340614"/>
                  </a:lnTo>
                  <a:lnTo>
                    <a:pt x="1637741" y="333984"/>
                  </a:lnTo>
                  <a:lnTo>
                    <a:pt x="1618488" y="329247"/>
                  </a:lnTo>
                  <a:lnTo>
                    <a:pt x="1598942" y="326402"/>
                  </a:lnTo>
                  <a:lnTo>
                    <a:pt x="1579130" y="325450"/>
                  </a:lnTo>
                  <a:lnTo>
                    <a:pt x="1557794" y="326402"/>
                  </a:lnTo>
                  <a:lnTo>
                    <a:pt x="1558925" y="326402"/>
                  </a:lnTo>
                  <a:lnTo>
                    <a:pt x="1542046" y="328968"/>
                  </a:lnTo>
                  <a:lnTo>
                    <a:pt x="1504505" y="347243"/>
                  </a:lnTo>
                  <a:lnTo>
                    <a:pt x="1491754" y="378536"/>
                  </a:lnTo>
                  <a:lnTo>
                    <a:pt x="1491780" y="381698"/>
                  </a:lnTo>
                  <a:lnTo>
                    <a:pt x="1491983" y="385775"/>
                  </a:lnTo>
                  <a:lnTo>
                    <a:pt x="1492008" y="386422"/>
                  </a:lnTo>
                  <a:lnTo>
                    <a:pt x="1514500" y="422643"/>
                  </a:lnTo>
                  <a:lnTo>
                    <a:pt x="1560334" y="443052"/>
                  </a:lnTo>
                  <a:lnTo>
                    <a:pt x="1567891" y="446024"/>
                  </a:lnTo>
                  <a:lnTo>
                    <a:pt x="1599679" y="466090"/>
                  </a:lnTo>
                  <a:lnTo>
                    <a:pt x="1599577" y="470560"/>
                  </a:lnTo>
                  <a:lnTo>
                    <a:pt x="1597634" y="477456"/>
                  </a:lnTo>
                  <a:lnTo>
                    <a:pt x="1591487" y="482625"/>
                  </a:lnTo>
                  <a:lnTo>
                    <a:pt x="1581238" y="485724"/>
                  </a:lnTo>
                  <a:lnTo>
                    <a:pt x="1566887" y="486752"/>
                  </a:lnTo>
                  <a:lnTo>
                    <a:pt x="1558582" y="486473"/>
                  </a:lnTo>
                  <a:lnTo>
                    <a:pt x="1519631" y="479640"/>
                  </a:lnTo>
                  <a:lnTo>
                    <a:pt x="1492072" y="470560"/>
                  </a:lnTo>
                  <a:lnTo>
                    <a:pt x="1492072" y="513994"/>
                  </a:lnTo>
                  <a:lnTo>
                    <a:pt x="1532801" y="523595"/>
                  </a:lnTo>
                  <a:lnTo>
                    <a:pt x="1564932" y="525195"/>
                  </a:lnTo>
                  <a:lnTo>
                    <a:pt x="1586953" y="524230"/>
                  </a:lnTo>
                  <a:lnTo>
                    <a:pt x="1635518" y="509676"/>
                  </a:lnTo>
                  <a:lnTo>
                    <a:pt x="1654619" y="486752"/>
                  </a:lnTo>
                  <a:lnTo>
                    <a:pt x="1657642" y="478472"/>
                  </a:lnTo>
                  <a:lnTo>
                    <a:pt x="1659115" y="464527"/>
                  </a:lnTo>
                  <a:close/>
                </a:path>
                <a:path w="2270759" h="779145">
                  <a:moveTo>
                    <a:pt x="2035314" y="396113"/>
                  </a:moveTo>
                  <a:lnTo>
                    <a:pt x="2034108" y="378853"/>
                  </a:lnTo>
                  <a:lnTo>
                    <a:pt x="2031326" y="367499"/>
                  </a:lnTo>
                  <a:lnTo>
                    <a:pt x="2030501" y="364121"/>
                  </a:lnTo>
                  <a:lnTo>
                    <a:pt x="2025370" y="353720"/>
                  </a:lnTo>
                  <a:lnTo>
                    <a:pt x="2024481" y="351917"/>
                  </a:lnTo>
                  <a:lnTo>
                    <a:pt x="2016061" y="342252"/>
                  </a:lnTo>
                  <a:lnTo>
                    <a:pt x="2005291" y="334899"/>
                  </a:lnTo>
                  <a:lnTo>
                    <a:pt x="1992287" y="329666"/>
                  </a:lnTo>
                  <a:lnTo>
                    <a:pt x="1976907" y="326504"/>
                  </a:lnTo>
                  <a:lnTo>
                    <a:pt x="1959292" y="325450"/>
                  </a:lnTo>
                  <a:lnTo>
                    <a:pt x="1948662" y="325920"/>
                  </a:lnTo>
                  <a:lnTo>
                    <a:pt x="1912023" y="337058"/>
                  </a:lnTo>
                  <a:lnTo>
                    <a:pt x="1894128" y="353720"/>
                  </a:lnTo>
                  <a:lnTo>
                    <a:pt x="1888794" y="353720"/>
                  </a:lnTo>
                  <a:lnTo>
                    <a:pt x="1878012" y="341350"/>
                  </a:lnTo>
                  <a:lnTo>
                    <a:pt x="1863229" y="332524"/>
                  </a:lnTo>
                  <a:lnTo>
                    <a:pt x="1844827" y="327329"/>
                  </a:lnTo>
                  <a:lnTo>
                    <a:pt x="1845843" y="327329"/>
                  </a:lnTo>
                  <a:lnTo>
                    <a:pt x="1821675" y="325450"/>
                  </a:lnTo>
                  <a:lnTo>
                    <a:pt x="1811121" y="325920"/>
                  </a:lnTo>
                  <a:lnTo>
                    <a:pt x="1801190" y="327329"/>
                  </a:lnTo>
                  <a:lnTo>
                    <a:pt x="1762442" y="347446"/>
                  </a:lnTo>
                  <a:lnTo>
                    <a:pt x="1757502" y="353720"/>
                  </a:lnTo>
                  <a:lnTo>
                    <a:pt x="1754136" y="353720"/>
                  </a:lnTo>
                  <a:lnTo>
                    <a:pt x="1746046" y="329069"/>
                  </a:lnTo>
                  <a:lnTo>
                    <a:pt x="1700034" y="329069"/>
                  </a:lnTo>
                  <a:lnTo>
                    <a:pt x="1700034" y="521741"/>
                  </a:lnTo>
                  <a:lnTo>
                    <a:pt x="1760258" y="521741"/>
                  </a:lnTo>
                  <a:lnTo>
                    <a:pt x="1760258" y="431101"/>
                  </a:lnTo>
                  <a:lnTo>
                    <a:pt x="1760918" y="415315"/>
                  </a:lnTo>
                  <a:lnTo>
                    <a:pt x="1776755" y="375843"/>
                  </a:lnTo>
                  <a:lnTo>
                    <a:pt x="1804289" y="367499"/>
                  </a:lnTo>
                  <a:lnTo>
                    <a:pt x="1812315" y="368147"/>
                  </a:lnTo>
                  <a:lnTo>
                    <a:pt x="1836902" y="399122"/>
                  </a:lnTo>
                  <a:lnTo>
                    <a:pt x="1837461" y="409206"/>
                  </a:lnTo>
                  <a:lnTo>
                    <a:pt x="1837461" y="521741"/>
                  </a:lnTo>
                  <a:lnTo>
                    <a:pt x="1897684" y="521741"/>
                  </a:lnTo>
                  <a:lnTo>
                    <a:pt x="1897684" y="425069"/>
                  </a:lnTo>
                  <a:lnTo>
                    <a:pt x="1898370" y="411086"/>
                  </a:lnTo>
                  <a:lnTo>
                    <a:pt x="1914817" y="375259"/>
                  </a:lnTo>
                  <a:lnTo>
                    <a:pt x="1931136" y="368427"/>
                  </a:lnTo>
                  <a:lnTo>
                    <a:pt x="1930590" y="368427"/>
                  </a:lnTo>
                  <a:lnTo>
                    <a:pt x="1941715" y="367499"/>
                  </a:lnTo>
                  <a:lnTo>
                    <a:pt x="1949729" y="368147"/>
                  </a:lnTo>
                  <a:lnTo>
                    <a:pt x="1956600" y="370116"/>
                  </a:lnTo>
                  <a:lnTo>
                    <a:pt x="1974888" y="409206"/>
                  </a:lnTo>
                  <a:lnTo>
                    <a:pt x="1974888" y="521741"/>
                  </a:lnTo>
                  <a:lnTo>
                    <a:pt x="2035314" y="521741"/>
                  </a:lnTo>
                  <a:lnTo>
                    <a:pt x="2035314" y="396113"/>
                  </a:lnTo>
                  <a:close/>
                </a:path>
                <a:path w="2270759" h="779145">
                  <a:moveTo>
                    <a:pt x="2270379" y="393357"/>
                  </a:moveTo>
                  <a:lnTo>
                    <a:pt x="2257056" y="351536"/>
                  </a:lnTo>
                  <a:lnTo>
                    <a:pt x="2217813" y="329323"/>
                  </a:lnTo>
                  <a:lnTo>
                    <a:pt x="2199678" y="326186"/>
                  </a:lnTo>
                  <a:lnTo>
                    <a:pt x="2200122" y="326186"/>
                  </a:lnTo>
                  <a:lnTo>
                    <a:pt x="2178570" y="325107"/>
                  </a:lnTo>
                  <a:lnTo>
                    <a:pt x="2155888" y="326186"/>
                  </a:lnTo>
                  <a:lnTo>
                    <a:pt x="2134247" y="329450"/>
                  </a:lnTo>
                  <a:lnTo>
                    <a:pt x="2113635" y="334899"/>
                  </a:lnTo>
                  <a:lnTo>
                    <a:pt x="2094052" y="342519"/>
                  </a:lnTo>
                  <a:lnTo>
                    <a:pt x="2114004" y="378015"/>
                  </a:lnTo>
                  <a:lnTo>
                    <a:pt x="2131288" y="371906"/>
                  </a:lnTo>
                  <a:lnTo>
                    <a:pt x="2147417" y="367550"/>
                  </a:lnTo>
                  <a:lnTo>
                    <a:pt x="2162391" y="364934"/>
                  </a:lnTo>
                  <a:lnTo>
                    <a:pt x="2176195" y="364058"/>
                  </a:lnTo>
                  <a:lnTo>
                    <a:pt x="2191232" y="365887"/>
                  </a:lnTo>
                  <a:lnTo>
                    <a:pt x="2201964" y="371386"/>
                  </a:lnTo>
                  <a:lnTo>
                    <a:pt x="2208415" y="380542"/>
                  </a:lnTo>
                  <a:lnTo>
                    <a:pt x="2210562" y="393357"/>
                  </a:lnTo>
                  <a:lnTo>
                    <a:pt x="2210562" y="401789"/>
                  </a:lnTo>
                  <a:lnTo>
                    <a:pt x="2210562" y="432473"/>
                  </a:lnTo>
                  <a:lnTo>
                    <a:pt x="2210562" y="448322"/>
                  </a:lnTo>
                  <a:lnTo>
                    <a:pt x="2209774" y="456603"/>
                  </a:lnTo>
                  <a:lnTo>
                    <a:pt x="2183384" y="484124"/>
                  </a:lnTo>
                  <a:lnTo>
                    <a:pt x="2164550" y="486752"/>
                  </a:lnTo>
                  <a:lnTo>
                    <a:pt x="2151761" y="485368"/>
                  </a:lnTo>
                  <a:lnTo>
                    <a:pt x="2142629" y="481203"/>
                  </a:lnTo>
                  <a:lnTo>
                    <a:pt x="2137156" y="474256"/>
                  </a:lnTo>
                  <a:lnTo>
                    <a:pt x="2135327" y="464527"/>
                  </a:lnTo>
                  <a:lnTo>
                    <a:pt x="2136127" y="457263"/>
                  </a:lnTo>
                  <a:lnTo>
                    <a:pt x="2174964" y="433933"/>
                  </a:lnTo>
                  <a:lnTo>
                    <a:pt x="2210562" y="432473"/>
                  </a:lnTo>
                  <a:lnTo>
                    <a:pt x="2210562" y="401789"/>
                  </a:lnTo>
                  <a:lnTo>
                    <a:pt x="2172258" y="402831"/>
                  </a:lnTo>
                  <a:lnTo>
                    <a:pt x="2128939" y="407644"/>
                  </a:lnTo>
                  <a:lnTo>
                    <a:pt x="2087346" y="427228"/>
                  </a:lnTo>
                  <a:lnTo>
                    <a:pt x="2073541" y="464007"/>
                  </a:lnTo>
                  <a:lnTo>
                    <a:pt x="2073554" y="464527"/>
                  </a:lnTo>
                  <a:lnTo>
                    <a:pt x="2091791" y="509333"/>
                  </a:lnTo>
                  <a:lnTo>
                    <a:pt x="2141842" y="525183"/>
                  </a:lnTo>
                  <a:lnTo>
                    <a:pt x="2154161" y="524776"/>
                  </a:lnTo>
                  <a:lnTo>
                    <a:pt x="2191791" y="514845"/>
                  </a:lnTo>
                  <a:lnTo>
                    <a:pt x="2215096" y="495554"/>
                  </a:lnTo>
                  <a:lnTo>
                    <a:pt x="2216683" y="495554"/>
                  </a:lnTo>
                  <a:lnTo>
                    <a:pt x="2228240" y="521550"/>
                  </a:lnTo>
                  <a:lnTo>
                    <a:pt x="2228329" y="521741"/>
                  </a:lnTo>
                  <a:lnTo>
                    <a:pt x="2270379" y="521741"/>
                  </a:lnTo>
                  <a:lnTo>
                    <a:pt x="2270379" y="495554"/>
                  </a:lnTo>
                  <a:lnTo>
                    <a:pt x="2270379" y="486752"/>
                  </a:lnTo>
                  <a:lnTo>
                    <a:pt x="2270379" y="432473"/>
                  </a:lnTo>
                  <a:lnTo>
                    <a:pt x="2270379" y="393357"/>
                  </a:lnTo>
                  <a:close/>
                </a:path>
              </a:pathLst>
            </a:custGeom>
            <a:solidFill>
              <a:srgbClr val="0C344A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2025-11-07T02:12:16Z</dcterms:created>
  <dcterms:modified xsi:type="dcterms:W3CDTF">2025-11-07T02:12:16Z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2025-11-06T00:00:00Z</vt:filetime>
  </property>
  <property fmtid="{D5CDD505-2E9C-101B-9397-08002B2CF9AE}" pid="3" name="LastSaved">
    <vt:filetime>2025-11-07T00:00:00Z</vt:filetime>
  </property>
</Properties>
</file>