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docProps/app.xml" ContentType="application/vnd.openxmlformats-officedocument.extended-properties+xml"/>
  <Override PartName="/docProps/core.xml" ContentType="application/vnd.openxmlformats-package.core-properties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Default Extension="jpg" ContentType="image/jpg"/>
  <Override PartName="/ppt/slides/slide1.xml" ContentType="application/vnd.openxmlformats-officedocument.presentationml.slide+xml"/>
  <Default Extension="png" ContentType="image/png"/>
  <Override PartName="/docProps/custom.xml" ContentType="application/vnd.openxmlformats-officedocument.custom-properties+xml"/>
</Types>
</file>

<file path=_rels/.rels><?xml version="1.0" encoding="UTF-8" standalone="yes"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officeDocument/2006/relationships/extended-properties" Target="docProps/app.xml"/><Relationship Id="rId3" Type="http://schemas.openxmlformats.org/package/2006/relationships/metadata/core-properties" Target="docProps/core.xml"/><Relationship Id="rId4" Type="http://schemas.openxmlformats.org/officeDocument/2006/relationships/custom-properties" Target="docProps/custom.xml"/>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6"/>
  </p:sldIdLst>
  <p:sldSz cx="13398500" cy="20104100"/>
  <p:notesSz cx="13398500" cy="20104100"/>
  <p:defaultTextStyle>
    <a:defPPr>
      <a:defRPr kern="0"/>
    </a:def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78" d="100"/>
          <a:sy n="78" d="100"/>
        </p:scale>
        <p:origin x="-1536" y="-84"/>
      </p:cViewPr>
      <p:guideLst>
        <p:guide orient="horz" pos="2880"/>
        <p:guide pos="216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8028800" cy="78028800"/>
</p:viewPr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viewProps" Target="viewProps.xml"/><Relationship Id="rId4" Type="http://schemas.openxmlformats.org/officeDocument/2006/relationships/presProps" Target="presProps.xml"/><Relationship Id="rId5" Type="http://schemas.openxmlformats.org/officeDocument/2006/relationships/tableStyles" Target="tableStyles.xml"/><Relationship Id="rId6" Type="http://schemas.openxmlformats.org/officeDocument/2006/relationships/slide" Target="slides/slide1.xml"/></Relationships>

</file>

<file path=ppt/slideLayouts/_rels/slideLayout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2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3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4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5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type="obj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ctrTitle"/>
          </p:nvPr>
        </p:nvSpPr>
        <p:spPr>
          <a:xfrm>
            <a:off x="1005363" y="6232271"/>
            <a:ext cx="11394123" cy="4221861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/>
        </p:txBody>
      </p:sp>
      <p:sp>
        <p:nvSpPr>
          <p:cNvPr id="3" name="Holder 3"/>
          <p:cNvSpPr>
            <a:spLocks noGrp="1"/>
          </p:cNvSpPr>
          <p:nvPr>
            <p:ph type="subTitle" idx="4"/>
          </p:nvPr>
        </p:nvSpPr>
        <p:spPr>
          <a:xfrm>
            <a:off x="2010727" y="11258296"/>
            <a:ext cx="9383395" cy="502602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/>
        </p:txBody>
      </p:sp>
      <p:sp>
        <p:nvSpPr>
          <p:cNvPr id="4" name="Holder 4"/>
          <p:cNvSpPr>
            <a:spLocks noGrp="1"/>
          </p:cNvSpPr>
          <p:nvPr>
            <p:ph type="ftr" idx="5" sz="quarter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/>
        </p:txBody>
      </p:sp>
      <p:sp>
        <p:nvSpPr>
          <p:cNvPr id="5" name="Holder 5"/>
          <p:cNvSpPr>
            <a:spLocks noGrp="1"/>
          </p:cNvSpPr>
          <p:nvPr>
            <p:ph type="dt" idx="6" sz="half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</a:fld>
          </a:p>
        </p:txBody>
      </p:sp>
      <p:sp>
        <p:nvSpPr>
          <p:cNvPr id="6" name="Holder 6"/>
          <p:cNvSpPr>
            <a:spLocks noGrp="1"/>
          </p:cNvSpPr>
          <p:nvPr>
            <p:ph type="sldNum" idx="7" sz="quarter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#</a:t>
            </a:fld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type="obj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/>
            </a:lvl1pPr>
          </a:lstStyle>
          <a:p/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/>
        <p:txBody>
          <a:bodyPr lIns="0" tIns="0" rIns="0" bIns="0"/>
          <a:lstStyle>
            <a:lvl1pPr>
              <a:defRPr/>
            </a:lvl1pPr>
          </a:lstStyle>
          <a:p/>
        </p:txBody>
      </p:sp>
      <p:sp>
        <p:nvSpPr>
          <p:cNvPr id="4" name="Holder 4"/>
          <p:cNvSpPr>
            <a:spLocks noGrp="1"/>
          </p:cNvSpPr>
          <p:nvPr>
            <p:ph type="ftr" idx="5" sz="quarter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/>
        </p:txBody>
      </p:sp>
      <p:sp>
        <p:nvSpPr>
          <p:cNvPr id="5" name="Holder 5"/>
          <p:cNvSpPr>
            <a:spLocks noGrp="1"/>
          </p:cNvSpPr>
          <p:nvPr>
            <p:ph type="dt" idx="6" sz="half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</a:fld>
          </a:p>
        </p:txBody>
      </p:sp>
      <p:sp>
        <p:nvSpPr>
          <p:cNvPr id="6" name="Holder 6"/>
          <p:cNvSpPr>
            <a:spLocks noGrp="1"/>
          </p:cNvSpPr>
          <p:nvPr>
            <p:ph type="sldNum" idx="7" sz="quarter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#</a:t>
            </a:fld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type="obj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/>
            </a:lvl1pPr>
          </a:lstStyle>
          <a:p/>
        </p:txBody>
      </p:sp>
      <p:sp>
        <p:nvSpPr>
          <p:cNvPr id="3" name="Holder 3"/>
          <p:cNvSpPr>
            <a:spLocks noGrp="1"/>
          </p:cNvSpPr>
          <p:nvPr>
            <p:ph idx="2" sz="half"/>
          </p:nvPr>
        </p:nvSpPr>
        <p:spPr>
          <a:xfrm>
            <a:off x="670242" y="4623943"/>
            <a:ext cx="5831110" cy="13268707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/>
        </p:txBody>
      </p:sp>
      <p:sp>
        <p:nvSpPr>
          <p:cNvPr id="4" name="Holder 4"/>
          <p:cNvSpPr>
            <a:spLocks noGrp="1"/>
          </p:cNvSpPr>
          <p:nvPr>
            <p:ph idx="3" sz="half"/>
          </p:nvPr>
        </p:nvSpPr>
        <p:spPr>
          <a:xfrm>
            <a:off x="6903497" y="4623943"/>
            <a:ext cx="5831110" cy="13268707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/>
        </p:txBody>
      </p:sp>
      <p:sp>
        <p:nvSpPr>
          <p:cNvPr id="5" name="Holder 5"/>
          <p:cNvSpPr>
            <a:spLocks noGrp="1"/>
          </p:cNvSpPr>
          <p:nvPr>
            <p:ph type="ftr" idx="5" sz="quarter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/>
        </p:txBody>
      </p:sp>
      <p:sp>
        <p:nvSpPr>
          <p:cNvPr id="6" name="Holder 6"/>
          <p:cNvSpPr>
            <a:spLocks noGrp="1"/>
          </p:cNvSpPr>
          <p:nvPr>
            <p:ph type="dt" idx="6" sz="half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</a:fld>
          </a:p>
        </p:txBody>
      </p:sp>
      <p:sp>
        <p:nvSpPr>
          <p:cNvPr id="7" name="Holder 7"/>
          <p:cNvSpPr>
            <a:spLocks noGrp="1"/>
          </p:cNvSpPr>
          <p:nvPr>
            <p:ph type="sldNum" idx="7" sz="quarter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#</a:t>
            </a:fld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type="obj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/>
            </a:lvl1pPr>
          </a:lstStyle>
          <a:p/>
        </p:txBody>
      </p:sp>
      <p:sp>
        <p:nvSpPr>
          <p:cNvPr id="3" name="Holder 3"/>
          <p:cNvSpPr>
            <a:spLocks noGrp="1"/>
          </p:cNvSpPr>
          <p:nvPr>
            <p:ph type="ftr" idx="5" sz="quarter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/>
        </p:txBody>
      </p:sp>
      <p:sp>
        <p:nvSpPr>
          <p:cNvPr id="4" name="Holder 4"/>
          <p:cNvSpPr>
            <a:spLocks noGrp="1"/>
          </p:cNvSpPr>
          <p:nvPr>
            <p:ph type="dt" idx="6" sz="half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</a:fld>
          </a:p>
        </p:txBody>
      </p:sp>
      <p:sp>
        <p:nvSpPr>
          <p:cNvPr id="5" name="Holder 5"/>
          <p:cNvSpPr>
            <a:spLocks noGrp="1"/>
          </p:cNvSpPr>
          <p:nvPr>
            <p:ph type="sldNum" idx="7" sz="quarter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#</a:t>
            </a:fld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type="obj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ftr" idx="5" sz="quarter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/>
        </p:txBody>
      </p:sp>
      <p:sp>
        <p:nvSpPr>
          <p:cNvPr id="3" name="Holder 3"/>
          <p:cNvSpPr>
            <a:spLocks noGrp="1"/>
          </p:cNvSpPr>
          <p:nvPr>
            <p:ph type="dt" idx="6" sz="half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</a:fld>
          </a:p>
        </p:txBody>
      </p:sp>
      <p:sp>
        <p:nvSpPr>
          <p:cNvPr id="4" name="Holder 4"/>
          <p:cNvSpPr>
            <a:spLocks noGrp="1"/>
          </p:cNvSpPr>
          <p:nvPr>
            <p:ph type="sldNum" idx="7" sz="quarter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#</a:t>
            </a:fld>
          </a:p>
        </p:txBody>
      </p:sp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Relationship Id="rId7" Type="http://schemas.openxmlformats.org/officeDocument/2006/relationships/image" Target="../media/image1.jpg"/></Relationships>
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bg object 16"/>
          <p:cNvPicPr/>
          <p:nvPr/>
        </p:nvPicPr>
        <p:blipFill>
          <a:blip r:embed="rId7" cstate="print"/>
          <a:stretch>
            <a:fillRect/>
          </a:stretch>
        </p:blipFill>
        <p:spPr>
          <a:xfrm>
            <a:off x="4432" y="4429"/>
            <a:ext cx="13393868" cy="20095230"/>
          </a:xfrm>
          <a:prstGeom prst="rect">
            <a:avLst/>
          </a:prstGeom>
        </p:spPr>
      </p:pic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670242" y="804164"/>
            <a:ext cx="12064365" cy="3216656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/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670242" y="4623943"/>
            <a:ext cx="12064365" cy="13268707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/>
        </p:txBody>
      </p:sp>
      <p:sp>
        <p:nvSpPr>
          <p:cNvPr id="4" name="Holder 4"/>
          <p:cNvSpPr>
            <a:spLocks noGrp="1"/>
          </p:cNvSpPr>
          <p:nvPr>
            <p:ph type="ftr" idx="5" sz="quarter"/>
          </p:nvPr>
        </p:nvSpPr>
        <p:spPr>
          <a:xfrm>
            <a:off x="4557649" y="18696814"/>
            <a:ext cx="4289552" cy="100520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/>
        </p:txBody>
      </p:sp>
      <p:sp>
        <p:nvSpPr>
          <p:cNvPr id="5" name="Holder 5"/>
          <p:cNvSpPr>
            <a:spLocks noGrp="1"/>
          </p:cNvSpPr>
          <p:nvPr>
            <p:ph type="dt" idx="6" sz="half"/>
          </p:nvPr>
        </p:nvSpPr>
        <p:spPr>
          <a:xfrm>
            <a:off x="670242" y="18696814"/>
            <a:ext cx="3083115" cy="100520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</a:fld>
          </a:p>
        </p:txBody>
      </p:sp>
      <p:sp>
        <p:nvSpPr>
          <p:cNvPr id="6" name="Holder 6"/>
          <p:cNvSpPr>
            <a:spLocks noGrp="1"/>
          </p:cNvSpPr>
          <p:nvPr>
            <p:ph type="sldNum" idx="7" sz="quarter"/>
          </p:nvPr>
        </p:nvSpPr>
        <p:spPr>
          <a:xfrm>
            <a:off x="9651492" y="18696814"/>
            <a:ext cx="3083115" cy="100520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#</a:t>
            </a:fld>
          </a:p>
        </p:txBody>
      </p:sp>
    </p:spTree>
  </p:cSld>
  <p:clrMap folHlink="folHlink" hlink="hlink" accent1="accent1" accent2="accent2" accent3="accent3" accent4="accent4" accent5="accent5" accent6="accent6" tx2="dk2" bg2="lt2" tx1="dk1" bg1="lt1"/>
  <p:sldLayoutIdLst>
    <p:sldLayoutId id="2147483661" r:id="rId1"/>
    <p:sldLayoutId id="2147483662" r:id="rId2"/>
    <p:sldLayoutId id="2147483663" r:id="rId3"/>
    <p:sldLayoutId id="2147483664" r:id="rId4"/>
    <p:sldLayoutId id="2147483665" r:id="rId5"/>
  </p:sldLayoutIdLst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5.png"/><Relationship Id="rId6" Type="http://schemas.openxmlformats.org/officeDocument/2006/relationships/image" Target="../media/image6.png"/><Relationship Id="rId7" Type="http://schemas.openxmlformats.org/officeDocument/2006/relationships/image" Target="../media/image7.png"/><Relationship Id="rId8" Type="http://schemas.openxmlformats.org/officeDocument/2006/relationships/image" Target="../media/image8.png"/><Relationship Id="rId9" Type="http://schemas.openxmlformats.org/officeDocument/2006/relationships/image" Target="../media/image9.png"/><Relationship Id="rId10" Type="http://schemas.openxmlformats.org/officeDocument/2006/relationships/image" Target="../media/image10.png"/><Relationship Id="rId11" Type="http://schemas.openxmlformats.org/officeDocument/2006/relationships/image" Target="../media/image11.png"/><Relationship Id="rId12" Type="http://schemas.openxmlformats.org/officeDocument/2006/relationships/image" Target="../media/image12.png"/><Relationship Id="rId13" Type="http://schemas.openxmlformats.org/officeDocument/2006/relationships/image" Target="../media/image13.png"/><Relationship Id="rId14" Type="http://schemas.openxmlformats.org/officeDocument/2006/relationships/image" Target="../media/image14.png"/><Relationship Id="rId15" Type="http://schemas.openxmlformats.org/officeDocument/2006/relationships/image" Target="../media/image15.png"/><Relationship Id="rId16" Type="http://schemas.openxmlformats.org/officeDocument/2006/relationships/image" Target="../media/image16.png"/><Relationship Id="rId17" Type="http://schemas.openxmlformats.org/officeDocument/2006/relationships/image" Target="../media/image17.png"/><Relationship Id="rId18" Type="http://schemas.openxmlformats.org/officeDocument/2006/relationships/image" Target="../media/image18.png"/><Relationship Id="rId19" Type="http://schemas.openxmlformats.org/officeDocument/2006/relationships/image" Target="../media/image19.png"/><Relationship Id="rId20" Type="http://schemas.openxmlformats.org/officeDocument/2006/relationships/image" Target="../media/image20.png"/><Relationship Id="rId21" Type="http://schemas.openxmlformats.org/officeDocument/2006/relationships/image" Target="../media/image21.png"/><Relationship Id="rId22" Type="http://schemas.openxmlformats.org/officeDocument/2006/relationships/image" Target="../media/image22.png"/><Relationship Id="rId23" Type="http://schemas.openxmlformats.org/officeDocument/2006/relationships/image" Target="../media/image23.png"/><Relationship Id="rId24" Type="http://schemas.openxmlformats.org/officeDocument/2006/relationships/image" Target="../media/image24.png"/><Relationship Id="rId25" Type="http://schemas.openxmlformats.org/officeDocument/2006/relationships/image" Target="../media/image25.png"/><Relationship Id="rId26" Type="http://schemas.openxmlformats.org/officeDocument/2006/relationships/image" Target="../media/image26.png"/><Relationship Id="rId27" Type="http://schemas.openxmlformats.org/officeDocument/2006/relationships/image" Target="../media/image27.png"/><Relationship Id="rId28" Type="http://schemas.openxmlformats.org/officeDocument/2006/relationships/image" Target="../media/image28.png"/><Relationship Id="rId29" Type="http://schemas.openxmlformats.org/officeDocument/2006/relationships/image" Target="../media/image29.png"/><Relationship Id="rId30" Type="http://schemas.openxmlformats.org/officeDocument/2006/relationships/image" Target="../media/image30.png"/><Relationship Id="rId31" Type="http://schemas.openxmlformats.org/officeDocument/2006/relationships/image" Target="../media/image31.png"/><Relationship Id="rId32" Type="http://schemas.openxmlformats.org/officeDocument/2006/relationships/image" Target="../media/image32.png"/><Relationship Id="rId33" Type="http://schemas.openxmlformats.org/officeDocument/2006/relationships/image" Target="../media/image33.png"/><Relationship Id="rId34" Type="http://schemas.openxmlformats.org/officeDocument/2006/relationships/image" Target="../media/image34.png"/><Relationship Id="rId35" Type="http://schemas.openxmlformats.org/officeDocument/2006/relationships/image" Target="../media/image35.png"/>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"/>
          <p:cNvSpPr txBox="1"/>
          <p:nvPr/>
        </p:nvSpPr>
        <p:spPr>
          <a:xfrm>
            <a:off x="351324" y="2563840"/>
            <a:ext cx="1717675" cy="307340"/>
          </a:xfrm>
          <a:prstGeom prst="rect">
            <a:avLst/>
          </a:prstGeom>
        </p:spPr>
        <p:txBody>
          <a:bodyPr wrap="square" lIns="0" tIns="12700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 sz="1850" b="1">
                <a:latin typeface="Arial"/>
                <a:cs typeface="Arial"/>
              </a:rPr>
              <a:t>Sobre</a:t>
            </a:r>
            <a:r>
              <a:rPr dirty="0" sz="1850" spc="15" b="1">
                <a:latin typeface="Arial"/>
                <a:cs typeface="Arial"/>
              </a:rPr>
              <a:t> </a:t>
            </a:r>
            <a:r>
              <a:rPr dirty="0" sz="1850" b="1">
                <a:latin typeface="Arial"/>
                <a:cs typeface="Arial"/>
              </a:rPr>
              <a:t>a </a:t>
            </a:r>
            <a:r>
              <a:rPr dirty="0" sz="1850" spc="-10" b="1">
                <a:latin typeface="Arial"/>
                <a:cs typeface="Arial"/>
              </a:rPr>
              <a:t>equipe</a:t>
            </a:r>
            <a:endParaRPr sz="1850">
              <a:latin typeface="Arial"/>
              <a:cs typeface="Arial"/>
            </a:endParaRPr>
          </a:p>
        </p:txBody>
      </p:sp>
      <p:sp>
        <p:nvSpPr>
          <p:cNvPr id="3" name="object 3" descr=""/>
          <p:cNvSpPr txBox="1"/>
          <p:nvPr/>
        </p:nvSpPr>
        <p:spPr>
          <a:xfrm>
            <a:off x="351324" y="3131003"/>
            <a:ext cx="6127115" cy="2607945"/>
          </a:xfrm>
          <a:prstGeom prst="rect">
            <a:avLst/>
          </a:prstGeom>
        </p:spPr>
        <p:txBody>
          <a:bodyPr wrap="square" lIns="0" tIns="10795" rIns="0" bIns="0" rtlCol="0" vert="horz">
            <a:spAutoFit/>
          </a:bodyPr>
          <a:lstStyle/>
          <a:p>
            <a:pPr algn="just" marL="12700" marR="5080" indent="820419">
              <a:lnSpc>
                <a:spcPct val="100299"/>
              </a:lnSpc>
              <a:spcBef>
                <a:spcPts val="85"/>
              </a:spcBef>
            </a:pPr>
            <a:r>
              <a:rPr dirty="0" sz="1300" b="1">
                <a:latin typeface="Arial"/>
                <a:cs typeface="Arial"/>
              </a:rPr>
              <a:t>A</a:t>
            </a:r>
            <a:r>
              <a:rPr dirty="0" sz="1300" spc="30" b="1">
                <a:latin typeface="Arial"/>
                <a:cs typeface="Arial"/>
              </a:rPr>
              <a:t> </a:t>
            </a:r>
            <a:r>
              <a:rPr dirty="0" sz="1300" b="1">
                <a:latin typeface="Arial"/>
                <a:cs typeface="Arial"/>
              </a:rPr>
              <a:t>equipe</a:t>
            </a:r>
            <a:r>
              <a:rPr dirty="0" sz="1300" spc="70" b="1">
                <a:latin typeface="Arial"/>
                <a:cs typeface="Arial"/>
              </a:rPr>
              <a:t> </a:t>
            </a:r>
            <a:r>
              <a:rPr dirty="0" sz="1300" b="1">
                <a:latin typeface="Arial"/>
                <a:cs typeface="Arial"/>
              </a:rPr>
              <a:t>da</a:t>
            </a:r>
            <a:r>
              <a:rPr dirty="0" sz="1300" spc="75" b="1">
                <a:latin typeface="Arial"/>
                <a:cs typeface="Arial"/>
              </a:rPr>
              <a:t> </a:t>
            </a:r>
            <a:r>
              <a:rPr dirty="0" sz="1300" b="1">
                <a:latin typeface="Arial"/>
                <a:cs typeface="Arial"/>
              </a:rPr>
              <a:t>Datalivery</a:t>
            </a:r>
            <a:r>
              <a:rPr dirty="0" sz="1300" spc="85" b="1">
                <a:latin typeface="Arial"/>
                <a:cs typeface="Arial"/>
              </a:rPr>
              <a:t> </a:t>
            </a:r>
            <a:r>
              <a:rPr dirty="0" sz="1300" b="1">
                <a:latin typeface="Arial"/>
                <a:cs typeface="Arial"/>
              </a:rPr>
              <a:t>é</a:t>
            </a:r>
            <a:r>
              <a:rPr dirty="0" sz="1300" spc="80" b="1">
                <a:latin typeface="Arial"/>
                <a:cs typeface="Arial"/>
              </a:rPr>
              <a:t> </a:t>
            </a:r>
            <a:r>
              <a:rPr dirty="0" sz="1300" b="1">
                <a:latin typeface="Arial"/>
                <a:cs typeface="Arial"/>
              </a:rPr>
              <a:t>formada</a:t>
            </a:r>
            <a:r>
              <a:rPr dirty="0" sz="1300" spc="65" b="1">
                <a:latin typeface="Arial"/>
                <a:cs typeface="Arial"/>
              </a:rPr>
              <a:t> </a:t>
            </a:r>
            <a:r>
              <a:rPr dirty="0" sz="1300" b="1">
                <a:latin typeface="Arial"/>
                <a:cs typeface="Arial"/>
              </a:rPr>
              <a:t>por</a:t>
            </a:r>
            <a:r>
              <a:rPr dirty="0" sz="1300" spc="60" b="1">
                <a:latin typeface="Arial"/>
                <a:cs typeface="Arial"/>
              </a:rPr>
              <a:t> </a:t>
            </a:r>
            <a:r>
              <a:rPr dirty="0" sz="1300" b="1">
                <a:latin typeface="Arial"/>
                <a:cs typeface="Arial"/>
              </a:rPr>
              <a:t>um</a:t>
            </a:r>
            <a:r>
              <a:rPr dirty="0" sz="1300" spc="70" b="1">
                <a:latin typeface="Arial"/>
                <a:cs typeface="Arial"/>
              </a:rPr>
              <a:t> </a:t>
            </a:r>
            <a:r>
              <a:rPr dirty="0" sz="1300" b="1">
                <a:latin typeface="Arial"/>
                <a:cs typeface="Arial"/>
              </a:rPr>
              <a:t>grupo</a:t>
            </a:r>
            <a:r>
              <a:rPr dirty="0" sz="1300" spc="80" b="1">
                <a:latin typeface="Arial"/>
                <a:cs typeface="Arial"/>
              </a:rPr>
              <a:t> </a:t>
            </a:r>
            <a:r>
              <a:rPr dirty="0" sz="1300" b="1">
                <a:latin typeface="Arial"/>
                <a:cs typeface="Arial"/>
              </a:rPr>
              <a:t>de</a:t>
            </a:r>
            <a:r>
              <a:rPr dirty="0" sz="1300" spc="70" b="1">
                <a:latin typeface="Arial"/>
                <a:cs typeface="Arial"/>
              </a:rPr>
              <a:t> </a:t>
            </a:r>
            <a:r>
              <a:rPr dirty="0" sz="1300" b="1">
                <a:latin typeface="Arial"/>
                <a:cs typeface="Arial"/>
              </a:rPr>
              <a:t>estudantes</a:t>
            </a:r>
            <a:r>
              <a:rPr dirty="0" sz="1300" spc="85" b="1">
                <a:latin typeface="Arial"/>
                <a:cs typeface="Arial"/>
              </a:rPr>
              <a:t> </a:t>
            </a:r>
            <a:r>
              <a:rPr dirty="0" sz="1300" spc="-25" b="1">
                <a:latin typeface="Arial"/>
                <a:cs typeface="Arial"/>
              </a:rPr>
              <a:t>do </a:t>
            </a:r>
            <a:r>
              <a:rPr dirty="0" sz="1300" b="1">
                <a:latin typeface="Arial"/>
                <a:cs typeface="Arial"/>
              </a:rPr>
              <a:t>quinto</a:t>
            </a:r>
            <a:r>
              <a:rPr dirty="0" sz="1300" spc="125" b="1">
                <a:latin typeface="Arial"/>
                <a:cs typeface="Arial"/>
              </a:rPr>
              <a:t> </a:t>
            </a:r>
            <a:r>
              <a:rPr dirty="0" sz="1300" b="1">
                <a:latin typeface="Arial"/>
                <a:cs typeface="Arial"/>
              </a:rPr>
              <a:t>semestre</a:t>
            </a:r>
            <a:r>
              <a:rPr dirty="0" sz="1300" spc="105" b="1">
                <a:latin typeface="Arial"/>
                <a:cs typeface="Arial"/>
              </a:rPr>
              <a:t> </a:t>
            </a:r>
            <a:r>
              <a:rPr dirty="0" sz="1300" b="1">
                <a:latin typeface="Arial"/>
                <a:cs typeface="Arial"/>
              </a:rPr>
              <a:t>de</a:t>
            </a:r>
            <a:r>
              <a:rPr dirty="0" sz="1300" spc="105" b="1">
                <a:latin typeface="Arial"/>
                <a:cs typeface="Arial"/>
              </a:rPr>
              <a:t> </a:t>
            </a:r>
            <a:r>
              <a:rPr dirty="0" sz="1300" b="1">
                <a:latin typeface="Arial"/>
                <a:cs typeface="Arial"/>
              </a:rPr>
              <a:t>Ciências</a:t>
            </a:r>
            <a:r>
              <a:rPr dirty="0" sz="1300" spc="120" b="1">
                <a:latin typeface="Arial"/>
                <a:cs typeface="Arial"/>
              </a:rPr>
              <a:t> </a:t>
            </a:r>
            <a:r>
              <a:rPr dirty="0" sz="1300" b="1">
                <a:latin typeface="Arial"/>
                <a:cs typeface="Arial"/>
              </a:rPr>
              <a:t>da</a:t>
            </a:r>
            <a:r>
              <a:rPr dirty="0" sz="1300" spc="105" b="1">
                <a:latin typeface="Arial"/>
                <a:cs typeface="Arial"/>
              </a:rPr>
              <a:t> </a:t>
            </a:r>
            <a:r>
              <a:rPr dirty="0" sz="1300" b="1">
                <a:latin typeface="Arial"/>
                <a:cs typeface="Arial"/>
              </a:rPr>
              <a:t>Computação,</a:t>
            </a:r>
            <a:r>
              <a:rPr dirty="0" sz="1300" spc="100" b="1">
                <a:latin typeface="Arial"/>
                <a:cs typeface="Arial"/>
              </a:rPr>
              <a:t> </a:t>
            </a:r>
            <a:r>
              <a:rPr dirty="0" sz="1300" b="1">
                <a:latin typeface="Arial"/>
                <a:cs typeface="Arial"/>
              </a:rPr>
              <a:t>apaixonados</a:t>
            </a:r>
            <a:r>
              <a:rPr dirty="0" sz="1300" spc="114" b="1">
                <a:latin typeface="Arial"/>
                <a:cs typeface="Arial"/>
              </a:rPr>
              <a:t> </a:t>
            </a:r>
            <a:r>
              <a:rPr dirty="0" sz="1300" b="1">
                <a:latin typeface="Arial"/>
                <a:cs typeface="Arial"/>
              </a:rPr>
              <a:t>pela</a:t>
            </a:r>
            <a:r>
              <a:rPr dirty="0" sz="1300" spc="120" b="1">
                <a:latin typeface="Arial"/>
                <a:cs typeface="Arial"/>
              </a:rPr>
              <a:t> </a:t>
            </a:r>
            <a:r>
              <a:rPr dirty="0" sz="1300" b="1">
                <a:latin typeface="Arial"/>
                <a:cs typeface="Arial"/>
              </a:rPr>
              <a:t>inovação</a:t>
            </a:r>
            <a:r>
              <a:rPr dirty="0" sz="1300" spc="125" b="1">
                <a:latin typeface="Arial"/>
                <a:cs typeface="Arial"/>
              </a:rPr>
              <a:t> </a:t>
            </a:r>
            <a:r>
              <a:rPr dirty="0" sz="1300" spc="-50" b="1">
                <a:latin typeface="Arial"/>
                <a:cs typeface="Arial"/>
              </a:rPr>
              <a:t>e </a:t>
            </a:r>
            <a:r>
              <a:rPr dirty="0" sz="1300" b="1">
                <a:latin typeface="Arial"/>
                <a:cs typeface="Arial"/>
              </a:rPr>
              <a:t>dados.</a:t>
            </a:r>
            <a:r>
              <a:rPr dirty="0" sz="1300" spc="150" b="1">
                <a:latin typeface="Arial"/>
                <a:cs typeface="Arial"/>
              </a:rPr>
              <a:t> </a:t>
            </a:r>
            <a:r>
              <a:rPr dirty="0" sz="1300" b="1">
                <a:latin typeface="Arial"/>
                <a:cs typeface="Arial"/>
              </a:rPr>
              <a:t>Cada</a:t>
            </a:r>
            <a:r>
              <a:rPr dirty="0" sz="1300" spc="155" b="1">
                <a:latin typeface="Arial"/>
                <a:cs typeface="Arial"/>
              </a:rPr>
              <a:t> </a:t>
            </a:r>
            <a:r>
              <a:rPr dirty="0" sz="1300" b="1">
                <a:latin typeface="Arial"/>
                <a:cs typeface="Arial"/>
              </a:rPr>
              <a:t>um</a:t>
            </a:r>
            <a:r>
              <a:rPr dirty="0" sz="1300" spc="150" b="1">
                <a:latin typeface="Arial"/>
                <a:cs typeface="Arial"/>
              </a:rPr>
              <a:t> </a:t>
            </a:r>
            <a:r>
              <a:rPr dirty="0" sz="1300" b="1">
                <a:latin typeface="Arial"/>
                <a:cs typeface="Arial"/>
              </a:rPr>
              <a:t>contribuiu</a:t>
            </a:r>
            <a:r>
              <a:rPr dirty="0" sz="1300" spc="165" b="1">
                <a:latin typeface="Arial"/>
                <a:cs typeface="Arial"/>
              </a:rPr>
              <a:t> </a:t>
            </a:r>
            <a:r>
              <a:rPr dirty="0" sz="1300" b="1">
                <a:latin typeface="Arial"/>
                <a:cs typeface="Arial"/>
              </a:rPr>
              <a:t>de</a:t>
            </a:r>
            <a:r>
              <a:rPr dirty="0" sz="1300" spc="150" b="1">
                <a:latin typeface="Arial"/>
                <a:cs typeface="Arial"/>
              </a:rPr>
              <a:t> </a:t>
            </a:r>
            <a:r>
              <a:rPr dirty="0" sz="1300" b="1">
                <a:latin typeface="Arial"/>
                <a:cs typeface="Arial"/>
              </a:rPr>
              <a:t>forma</a:t>
            </a:r>
            <a:r>
              <a:rPr dirty="0" sz="1300" spc="170" b="1">
                <a:latin typeface="Arial"/>
                <a:cs typeface="Arial"/>
              </a:rPr>
              <a:t> </a:t>
            </a:r>
            <a:r>
              <a:rPr dirty="0" sz="1300" b="1">
                <a:latin typeface="Arial"/>
                <a:cs typeface="Arial"/>
              </a:rPr>
              <a:t>essencial</a:t>
            </a:r>
            <a:r>
              <a:rPr dirty="0" sz="1300" spc="160" b="1">
                <a:latin typeface="Arial"/>
                <a:cs typeface="Arial"/>
              </a:rPr>
              <a:t> </a:t>
            </a:r>
            <a:r>
              <a:rPr dirty="0" sz="1300" b="1">
                <a:latin typeface="Arial"/>
                <a:cs typeface="Arial"/>
              </a:rPr>
              <a:t>para</a:t>
            </a:r>
            <a:r>
              <a:rPr dirty="0" sz="1300" spc="170" b="1">
                <a:latin typeface="Arial"/>
                <a:cs typeface="Arial"/>
              </a:rPr>
              <a:t> </a:t>
            </a:r>
            <a:r>
              <a:rPr dirty="0" sz="1300" b="1">
                <a:latin typeface="Arial"/>
                <a:cs typeface="Arial"/>
              </a:rPr>
              <a:t>transformar</a:t>
            </a:r>
            <a:r>
              <a:rPr dirty="0" sz="1300" spc="170" b="1">
                <a:latin typeface="Arial"/>
                <a:cs typeface="Arial"/>
              </a:rPr>
              <a:t> </a:t>
            </a:r>
            <a:r>
              <a:rPr dirty="0" sz="1300" b="1">
                <a:latin typeface="Arial"/>
                <a:cs typeface="Arial"/>
              </a:rPr>
              <a:t>uma</a:t>
            </a:r>
            <a:r>
              <a:rPr dirty="0" sz="1300" spc="160" b="1">
                <a:latin typeface="Arial"/>
                <a:cs typeface="Arial"/>
              </a:rPr>
              <a:t> </a:t>
            </a:r>
            <a:r>
              <a:rPr dirty="0" sz="1300" spc="-10" b="1">
                <a:latin typeface="Arial"/>
                <a:cs typeface="Arial"/>
              </a:rPr>
              <a:t>ideia </a:t>
            </a:r>
            <a:r>
              <a:rPr dirty="0" sz="1300" b="1">
                <a:latin typeface="Arial"/>
                <a:cs typeface="Arial"/>
              </a:rPr>
              <a:t>em</a:t>
            </a:r>
            <a:r>
              <a:rPr dirty="0" sz="1300" spc="-30" b="1">
                <a:latin typeface="Arial"/>
                <a:cs typeface="Arial"/>
              </a:rPr>
              <a:t> </a:t>
            </a:r>
            <a:r>
              <a:rPr dirty="0" sz="1300" b="1">
                <a:latin typeface="Arial"/>
                <a:cs typeface="Arial"/>
              </a:rPr>
              <a:t>uma</a:t>
            </a:r>
            <a:r>
              <a:rPr dirty="0" sz="1300" spc="-15" b="1">
                <a:latin typeface="Arial"/>
                <a:cs typeface="Arial"/>
              </a:rPr>
              <a:t> </a:t>
            </a:r>
            <a:r>
              <a:rPr dirty="0" sz="1300" b="1">
                <a:latin typeface="Arial"/>
                <a:cs typeface="Arial"/>
              </a:rPr>
              <a:t>solução</a:t>
            </a:r>
            <a:r>
              <a:rPr dirty="0" sz="1300" spc="-35" b="1">
                <a:latin typeface="Arial"/>
                <a:cs typeface="Arial"/>
              </a:rPr>
              <a:t> </a:t>
            </a:r>
            <a:r>
              <a:rPr dirty="0" sz="1300" b="1">
                <a:latin typeface="Arial"/>
                <a:cs typeface="Arial"/>
              </a:rPr>
              <a:t>completa</a:t>
            </a:r>
            <a:r>
              <a:rPr dirty="0" sz="1300" spc="-5" b="1">
                <a:latin typeface="Arial"/>
                <a:cs typeface="Arial"/>
              </a:rPr>
              <a:t> </a:t>
            </a:r>
            <a:r>
              <a:rPr dirty="0" sz="1300" b="1">
                <a:latin typeface="Arial"/>
                <a:cs typeface="Arial"/>
              </a:rPr>
              <a:t>voltada</a:t>
            </a:r>
            <a:r>
              <a:rPr dirty="0" sz="1300" spc="-15" b="1">
                <a:latin typeface="Arial"/>
                <a:cs typeface="Arial"/>
              </a:rPr>
              <a:t> </a:t>
            </a:r>
            <a:r>
              <a:rPr dirty="0" sz="1300" b="1">
                <a:latin typeface="Arial"/>
                <a:cs typeface="Arial"/>
              </a:rPr>
              <a:t>ao</a:t>
            </a:r>
            <a:r>
              <a:rPr dirty="0" sz="1300" spc="-30" b="1">
                <a:latin typeface="Arial"/>
                <a:cs typeface="Arial"/>
              </a:rPr>
              <a:t> </a:t>
            </a:r>
            <a:r>
              <a:rPr dirty="0" sz="1300" b="1">
                <a:latin typeface="Arial"/>
                <a:cs typeface="Arial"/>
              </a:rPr>
              <a:t>mercado</a:t>
            </a:r>
            <a:r>
              <a:rPr dirty="0" sz="1300" spc="-15" b="1">
                <a:latin typeface="Arial"/>
                <a:cs typeface="Arial"/>
              </a:rPr>
              <a:t> </a:t>
            </a:r>
            <a:r>
              <a:rPr dirty="0" sz="1300" b="1">
                <a:latin typeface="Arial"/>
                <a:cs typeface="Arial"/>
              </a:rPr>
              <a:t>de</a:t>
            </a:r>
            <a:r>
              <a:rPr dirty="0" sz="1300" spc="-25" b="1">
                <a:latin typeface="Arial"/>
                <a:cs typeface="Arial"/>
              </a:rPr>
              <a:t> </a:t>
            </a:r>
            <a:r>
              <a:rPr dirty="0" sz="1300" b="1">
                <a:latin typeface="Arial"/>
                <a:cs typeface="Arial"/>
              </a:rPr>
              <a:t>delivery</a:t>
            </a:r>
            <a:r>
              <a:rPr dirty="0" sz="1300" spc="-35" b="1">
                <a:latin typeface="Arial"/>
                <a:cs typeface="Arial"/>
              </a:rPr>
              <a:t> </a:t>
            </a:r>
            <a:r>
              <a:rPr dirty="0" sz="1300" b="1">
                <a:latin typeface="Arial"/>
                <a:cs typeface="Arial"/>
              </a:rPr>
              <a:t>alimentício.</a:t>
            </a:r>
            <a:r>
              <a:rPr dirty="0" sz="1300" spc="-25" b="1">
                <a:latin typeface="Arial"/>
                <a:cs typeface="Arial"/>
              </a:rPr>
              <a:t> </a:t>
            </a:r>
            <a:r>
              <a:rPr dirty="0" sz="1300" spc="-10" b="1">
                <a:latin typeface="Arial"/>
                <a:cs typeface="Arial"/>
              </a:rPr>
              <a:t>Nossa </a:t>
            </a:r>
            <a:r>
              <a:rPr dirty="0" sz="1300" b="1">
                <a:latin typeface="Arial"/>
                <a:cs typeface="Arial"/>
              </a:rPr>
              <a:t>força</a:t>
            </a:r>
            <a:r>
              <a:rPr dirty="0" sz="1300" spc="35" b="1">
                <a:latin typeface="Arial"/>
                <a:cs typeface="Arial"/>
              </a:rPr>
              <a:t> </a:t>
            </a:r>
            <a:r>
              <a:rPr dirty="0" sz="1300" b="1">
                <a:latin typeface="Arial"/>
                <a:cs typeface="Arial"/>
              </a:rPr>
              <a:t>está</a:t>
            </a:r>
            <a:r>
              <a:rPr dirty="0" sz="1300" spc="55" b="1">
                <a:latin typeface="Arial"/>
                <a:cs typeface="Arial"/>
              </a:rPr>
              <a:t> </a:t>
            </a:r>
            <a:r>
              <a:rPr dirty="0" sz="1300" b="1">
                <a:latin typeface="Arial"/>
                <a:cs typeface="Arial"/>
              </a:rPr>
              <a:t>na</a:t>
            </a:r>
            <a:r>
              <a:rPr dirty="0" sz="1300" spc="40" b="1">
                <a:latin typeface="Arial"/>
                <a:cs typeface="Arial"/>
              </a:rPr>
              <a:t> </a:t>
            </a:r>
            <a:r>
              <a:rPr dirty="0" sz="1300" spc="-10" b="1">
                <a:latin typeface="Arial"/>
                <a:cs typeface="Arial"/>
              </a:rPr>
              <a:t>multidisciplinaridade:</a:t>
            </a:r>
            <a:r>
              <a:rPr dirty="0" sz="1300" spc="40" b="1">
                <a:latin typeface="Arial"/>
                <a:cs typeface="Arial"/>
              </a:rPr>
              <a:t> </a:t>
            </a:r>
            <a:r>
              <a:rPr dirty="0" sz="1300" b="1">
                <a:latin typeface="Arial"/>
                <a:cs typeface="Arial"/>
              </a:rPr>
              <a:t>cada</a:t>
            </a:r>
            <a:r>
              <a:rPr dirty="0" sz="1300" spc="35" b="1">
                <a:latin typeface="Arial"/>
                <a:cs typeface="Arial"/>
              </a:rPr>
              <a:t> </a:t>
            </a:r>
            <a:r>
              <a:rPr dirty="0" sz="1300" b="1">
                <a:latin typeface="Arial"/>
                <a:cs typeface="Arial"/>
              </a:rPr>
              <a:t>membro</a:t>
            </a:r>
            <a:r>
              <a:rPr dirty="0" sz="1300" spc="35" b="1">
                <a:latin typeface="Arial"/>
                <a:cs typeface="Arial"/>
              </a:rPr>
              <a:t> </a:t>
            </a:r>
            <a:r>
              <a:rPr dirty="0" sz="1300" b="1">
                <a:latin typeface="Arial"/>
                <a:cs typeface="Arial"/>
              </a:rPr>
              <a:t>trouxe</a:t>
            </a:r>
            <a:r>
              <a:rPr dirty="0" sz="1300" spc="35" b="1">
                <a:latin typeface="Arial"/>
                <a:cs typeface="Arial"/>
              </a:rPr>
              <a:t> </a:t>
            </a:r>
            <a:r>
              <a:rPr dirty="0" sz="1300" b="1">
                <a:latin typeface="Arial"/>
                <a:cs typeface="Arial"/>
              </a:rPr>
              <a:t>sua</a:t>
            </a:r>
            <a:r>
              <a:rPr dirty="0" sz="1300" spc="35" b="1">
                <a:latin typeface="Arial"/>
                <a:cs typeface="Arial"/>
              </a:rPr>
              <a:t> </a:t>
            </a:r>
            <a:r>
              <a:rPr dirty="0" sz="1300" b="1">
                <a:latin typeface="Arial"/>
                <a:cs typeface="Arial"/>
              </a:rPr>
              <a:t>visão,</a:t>
            </a:r>
            <a:r>
              <a:rPr dirty="0" sz="1300" spc="35" b="1">
                <a:latin typeface="Arial"/>
                <a:cs typeface="Arial"/>
              </a:rPr>
              <a:t> </a:t>
            </a:r>
            <a:r>
              <a:rPr dirty="0" sz="1300" b="1">
                <a:latin typeface="Arial"/>
                <a:cs typeface="Arial"/>
              </a:rPr>
              <a:t>talento</a:t>
            </a:r>
            <a:r>
              <a:rPr dirty="0" sz="1300" spc="50" b="1">
                <a:latin typeface="Arial"/>
                <a:cs typeface="Arial"/>
              </a:rPr>
              <a:t> </a:t>
            </a:r>
            <a:r>
              <a:rPr dirty="0" sz="1300" spc="-50" b="1">
                <a:latin typeface="Arial"/>
                <a:cs typeface="Arial"/>
              </a:rPr>
              <a:t>e </a:t>
            </a:r>
            <a:r>
              <a:rPr dirty="0" sz="1300" b="1">
                <a:latin typeface="Arial"/>
                <a:cs typeface="Arial"/>
              </a:rPr>
              <a:t>dedicação</a:t>
            </a:r>
            <a:r>
              <a:rPr dirty="0" sz="1300" spc="110" b="1">
                <a:latin typeface="Arial"/>
                <a:cs typeface="Arial"/>
              </a:rPr>
              <a:t> </a:t>
            </a:r>
            <a:r>
              <a:rPr dirty="0" sz="1300" b="1">
                <a:latin typeface="Arial"/>
                <a:cs typeface="Arial"/>
              </a:rPr>
              <a:t>para</a:t>
            </a:r>
            <a:r>
              <a:rPr dirty="0" sz="1300" spc="110" b="1">
                <a:latin typeface="Arial"/>
                <a:cs typeface="Arial"/>
              </a:rPr>
              <a:t> </a:t>
            </a:r>
            <a:r>
              <a:rPr dirty="0" sz="1300" b="1">
                <a:latin typeface="Arial"/>
                <a:cs typeface="Arial"/>
              </a:rPr>
              <a:t>transformar</a:t>
            </a:r>
            <a:r>
              <a:rPr dirty="0" sz="1300" spc="114" b="1">
                <a:latin typeface="Arial"/>
                <a:cs typeface="Arial"/>
              </a:rPr>
              <a:t> </a:t>
            </a:r>
            <a:r>
              <a:rPr dirty="0" sz="1300" b="1">
                <a:latin typeface="Arial"/>
                <a:cs typeface="Arial"/>
              </a:rPr>
              <a:t>dados</a:t>
            </a:r>
            <a:r>
              <a:rPr dirty="0" sz="1300" spc="120" b="1">
                <a:latin typeface="Arial"/>
                <a:cs typeface="Arial"/>
              </a:rPr>
              <a:t> </a:t>
            </a:r>
            <a:r>
              <a:rPr dirty="0" sz="1300" b="1">
                <a:latin typeface="Arial"/>
                <a:cs typeface="Arial"/>
              </a:rPr>
              <a:t>em</a:t>
            </a:r>
            <a:r>
              <a:rPr dirty="0" sz="1300" spc="105" b="1">
                <a:latin typeface="Arial"/>
                <a:cs typeface="Arial"/>
              </a:rPr>
              <a:t> </a:t>
            </a:r>
            <a:r>
              <a:rPr dirty="0" sz="1300" b="1">
                <a:latin typeface="Arial"/>
                <a:cs typeface="Arial"/>
              </a:rPr>
              <a:t>decisões</a:t>
            </a:r>
            <a:r>
              <a:rPr dirty="0" sz="1300" spc="114" b="1">
                <a:latin typeface="Arial"/>
                <a:cs typeface="Arial"/>
              </a:rPr>
              <a:t> </a:t>
            </a:r>
            <a:r>
              <a:rPr dirty="0" sz="1300" b="1">
                <a:latin typeface="Arial"/>
                <a:cs typeface="Arial"/>
              </a:rPr>
              <a:t>e</a:t>
            </a:r>
            <a:r>
              <a:rPr dirty="0" sz="1300" spc="105" b="1">
                <a:latin typeface="Arial"/>
                <a:cs typeface="Arial"/>
              </a:rPr>
              <a:t> </a:t>
            </a:r>
            <a:r>
              <a:rPr dirty="0" sz="1300" b="1">
                <a:latin typeface="Arial"/>
                <a:cs typeface="Arial"/>
              </a:rPr>
              <a:t>trazer</a:t>
            </a:r>
            <a:r>
              <a:rPr dirty="0" sz="1300" spc="114" b="1">
                <a:latin typeface="Arial"/>
                <a:cs typeface="Arial"/>
              </a:rPr>
              <a:t> </a:t>
            </a:r>
            <a:r>
              <a:rPr dirty="0" sz="1300" b="1">
                <a:latin typeface="Arial"/>
                <a:cs typeface="Arial"/>
              </a:rPr>
              <a:t>melhores</a:t>
            </a:r>
            <a:r>
              <a:rPr dirty="0" sz="1300" spc="120" b="1">
                <a:latin typeface="Arial"/>
                <a:cs typeface="Arial"/>
              </a:rPr>
              <a:t> </a:t>
            </a:r>
            <a:r>
              <a:rPr dirty="0" sz="1300" spc="-10" b="1">
                <a:latin typeface="Arial"/>
                <a:cs typeface="Arial"/>
              </a:rPr>
              <a:t>soluções </a:t>
            </a:r>
            <a:r>
              <a:rPr dirty="0" sz="1300" b="1">
                <a:latin typeface="Arial"/>
                <a:cs typeface="Arial"/>
              </a:rPr>
              <a:t>para</a:t>
            </a:r>
            <a:r>
              <a:rPr dirty="0" sz="1300" spc="200" b="1">
                <a:latin typeface="Arial"/>
                <a:cs typeface="Arial"/>
              </a:rPr>
              <a:t> </a:t>
            </a:r>
            <a:r>
              <a:rPr dirty="0" sz="1300" b="1">
                <a:latin typeface="Arial"/>
                <a:cs typeface="Arial"/>
              </a:rPr>
              <a:t>a</a:t>
            </a:r>
            <a:r>
              <a:rPr dirty="0" sz="1300" spc="195" b="1">
                <a:latin typeface="Arial"/>
                <a:cs typeface="Arial"/>
              </a:rPr>
              <a:t> </a:t>
            </a:r>
            <a:r>
              <a:rPr dirty="0" sz="1300" b="1">
                <a:latin typeface="Arial"/>
                <a:cs typeface="Arial"/>
              </a:rPr>
              <a:t>empresa.</a:t>
            </a:r>
            <a:r>
              <a:rPr dirty="0" sz="1300" spc="185" b="1">
                <a:latin typeface="Arial"/>
                <a:cs typeface="Arial"/>
              </a:rPr>
              <a:t> </a:t>
            </a:r>
            <a:r>
              <a:rPr dirty="0" sz="1300" b="1">
                <a:latin typeface="Arial"/>
                <a:cs typeface="Arial"/>
              </a:rPr>
              <a:t>Estivemos</a:t>
            </a:r>
            <a:r>
              <a:rPr dirty="0" sz="1300" spc="204" b="1">
                <a:latin typeface="Arial"/>
                <a:cs typeface="Arial"/>
              </a:rPr>
              <a:t> </a:t>
            </a:r>
            <a:r>
              <a:rPr dirty="0" sz="1300" b="1">
                <a:latin typeface="Arial"/>
                <a:cs typeface="Arial"/>
              </a:rPr>
              <a:t>trabalhando</a:t>
            </a:r>
            <a:r>
              <a:rPr dirty="0" sz="1300" spc="210" b="1">
                <a:latin typeface="Arial"/>
                <a:cs typeface="Arial"/>
              </a:rPr>
              <a:t> </a:t>
            </a:r>
            <a:r>
              <a:rPr dirty="0" sz="1300" b="1">
                <a:latin typeface="Arial"/>
                <a:cs typeface="Arial"/>
              </a:rPr>
              <a:t>em</a:t>
            </a:r>
            <a:r>
              <a:rPr dirty="0" sz="1300" spc="190" b="1">
                <a:latin typeface="Arial"/>
                <a:cs typeface="Arial"/>
              </a:rPr>
              <a:t> </a:t>
            </a:r>
            <a:r>
              <a:rPr dirty="0" sz="1300" b="1">
                <a:latin typeface="Arial"/>
                <a:cs typeface="Arial"/>
              </a:rPr>
              <a:t>várias</a:t>
            </a:r>
            <a:r>
              <a:rPr dirty="0" sz="1300" spc="210" b="1">
                <a:latin typeface="Arial"/>
                <a:cs typeface="Arial"/>
              </a:rPr>
              <a:t> </a:t>
            </a:r>
            <a:r>
              <a:rPr dirty="0" sz="1300" b="1">
                <a:latin typeface="Arial"/>
                <a:cs typeface="Arial"/>
              </a:rPr>
              <a:t>aréas</a:t>
            </a:r>
            <a:r>
              <a:rPr dirty="0" sz="1300" spc="195" b="1">
                <a:latin typeface="Arial"/>
                <a:cs typeface="Arial"/>
              </a:rPr>
              <a:t> </a:t>
            </a:r>
            <a:r>
              <a:rPr dirty="0" sz="1300" b="1">
                <a:latin typeface="Arial"/>
                <a:cs typeface="Arial"/>
              </a:rPr>
              <a:t>como</a:t>
            </a:r>
            <a:r>
              <a:rPr dirty="0" sz="1300" spc="195" b="1">
                <a:latin typeface="Arial"/>
                <a:cs typeface="Arial"/>
              </a:rPr>
              <a:t> </a:t>
            </a:r>
            <a:r>
              <a:rPr dirty="0" sz="1300" b="1">
                <a:latin typeface="Arial"/>
                <a:cs typeface="Arial"/>
              </a:rPr>
              <a:t>a</a:t>
            </a:r>
            <a:r>
              <a:rPr dirty="0" sz="1300" spc="200" b="1">
                <a:latin typeface="Arial"/>
                <a:cs typeface="Arial"/>
              </a:rPr>
              <a:t> </a:t>
            </a:r>
            <a:r>
              <a:rPr dirty="0" sz="1300" b="1">
                <a:latin typeface="Arial"/>
                <a:cs typeface="Arial"/>
              </a:rPr>
              <a:t>análise</a:t>
            </a:r>
            <a:r>
              <a:rPr dirty="0" sz="1300" spc="200" b="1">
                <a:latin typeface="Arial"/>
                <a:cs typeface="Arial"/>
              </a:rPr>
              <a:t> </a:t>
            </a:r>
            <a:r>
              <a:rPr dirty="0" sz="1300" spc="-50" b="1">
                <a:latin typeface="Arial"/>
                <a:cs typeface="Arial"/>
              </a:rPr>
              <a:t>e </a:t>
            </a:r>
            <a:r>
              <a:rPr dirty="0" sz="1300" b="1">
                <a:latin typeface="Arial"/>
                <a:cs typeface="Arial"/>
              </a:rPr>
              <a:t>modelagem</a:t>
            </a:r>
            <a:r>
              <a:rPr dirty="0" sz="1300" spc="475" b="1">
                <a:latin typeface="Arial"/>
                <a:cs typeface="Arial"/>
              </a:rPr>
              <a:t> </a:t>
            </a:r>
            <a:r>
              <a:rPr dirty="0" sz="1300" b="1">
                <a:latin typeface="Arial"/>
                <a:cs typeface="Arial"/>
              </a:rPr>
              <a:t>de</a:t>
            </a:r>
            <a:r>
              <a:rPr dirty="0" sz="1300" spc="484" b="1">
                <a:latin typeface="Arial"/>
                <a:cs typeface="Arial"/>
              </a:rPr>
              <a:t> </a:t>
            </a:r>
            <a:r>
              <a:rPr dirty="0" sz="1300" b="1">
                <a:latin typeface="Arial"/>
                <a:cs typeface="Arial"/>
              </a:rPr>
              <a:t>dados,</a:t>
            </a:r>
            <a:r>
              <a:rPr dirty="0" sz="1300" spc="490" b="1">
                <a:latin typeface="Arial"/>
                <a:cs typeface="Arial"/>
              </a:rPr>
              <a:t> </a:t>
            </a:r>
            <a:r>
              <a:rPr dirty="0" sz="1300" b="1">
                <a:latin typeface="Arial"/>
                <a:cs typeface="Arial"/>
              </a:rPr>
              <a:t>passando</a:t>
            </a:r>
            <a:r>
              <a:rPr dirty="0" sz="1300" spc="484" b="1">
                <a:latin typeface="Arial"/>
                <a:cs typeface="Arial"/>
              </a:rPr>
              <a:t> </a:t>
            </a:r>
            <a:r>
              <a:rPr dirty="0" sz="1300" b="1">
                <a:latin typeface="Arial"/>
                <a:cs typeface="Arial"/>
              </a:rPr>
              <a:t>pela</a:t>
            </a:r>
            <a:r>
              <a:rPr dirty="0" sz="1300" spc="484" b="1">
                <a:latin typeface="Arial"/>
                <a:cs typeface="Arial"/>
              </a:rPr>
              <a:t> </a:t>
            </a:r>
            <a:r>
              <a:rPr dirty="0" sz="1300" b="1">
                <a:latin typeface="Arial"/>
                <a:cs typeface="Arial"/>
              </a:rPr>
              <a:t>implementação</a:t>
            </a:r>
            <a:r>
              <a:rPr dirty="0" sz="1300" spc="75" b="1">
                <a:latin typeface="Arial"/>
                <a:cs typeface="Arial"/>
              </a:rPr>
              <a:t>  </a:t>
            </a:r>
            <a:r>
              <a:rPr dirty="0" sz="1300" b="1">
                <a:latin typeface="Arial"/>
                <a:cs typeface="Arial"/>
              </a:rPr>
              <a:t>de</a:t>
            </a:r>
            <a:r>
              <a:rPr dirty="0" sz="1300" spc="480" b="1">
                <a:latin typeface="Arial"/>
                <a:cs typeface="Arial"/>
              </a:rPr>
              <a:t> </a:t>
            </a:r>
            <a:r>
              <a:rPr dirty="0" sz="1300" b="1">
                <a:latin typeface="Arial"/>
                <a:cs typeface="Arial"/>
              </a:rPr>
              <a:t>algoritmos</a:t>
            </a:r>
            <a:r>
              <a:rPr dirty="0" sz="1300" spc="495" b="1">
                <a:latin typeface="Arial"/>
                <a:cs typeface="Arial"/>
              </a:rPr>
              <a:t> </a:t>
            </a:r>
            <a:r>
              <a:rPr dirty="0" sz="1300" spc="-25" b="1">
                <a:latin typeface="Arial"/>
                <a:cs typeface="Arial"/>
              </a:rPr>
              <a:t>de </a:t>
            </a:r>
            <a:r>
              <a:rPr dirty="0" sz="1300" b="1">
                <a:latin typeface="Arial"/>
                <a:cs typeface="Arial"/>
              </a:rPr>
              <a:t>clusterização</a:t>
            </a:r>
            <a:r>
              <a:rPr dirty="0" sz="1300" spc="20" b="1">
                <a:latin typeface="Arial"/>
                <a:cs typeface="Arial"/>
              </a:rPr>
              <a:t> </a:t>
            </a:r>
            <a:r>
              <a:rPr dirty="0" sz="1300" spc="-10" b="1">
                <a:latin typeface="Arial"/>
                <a:cs typeface="Arial"/>
              </a:rPr>
              <a:t>(K-</a:t>
            </a:r>
            <a:r>
              <a:rPr dirty="0" sz="1300" b="1">
                <a:latin typeface="Arial"/>
                <a:cs typeface="Arial"/>
              </a:rPr>
              <a:t>Means),</a:t>
            </a:r>
            <a:r>
              <a:rPr dirty="0" sz="1300" spc="335" b="1">
                <a:latin typeface="Arial"/>
                <a:cs typeface="Arial"/>
              </a:rPr>
              <a:t> </a:t>
            </a:r>
            <a:r>
              <a:rPr dirty="0" sz="1300" b="1">
                <a:latin typeface="Arial"/>
                <a:cs typeface="Arial"/>
              </a:rPr>
              <a:t>integração</a:t>
            </a:r>
            <a:r>
              <a:rPr dirty="0" sz="1300" spc="20" b="1">
                <a:latin typeface="Arial"/>
                <a:cs typeface="Arial"/>
              </a:rPr>
              <a:t> </a:t>
            </a:r>
            <a:r>
              <a:rPr dirty="0" sz="1300" b="1">
                <a:latin typeface="Arial"/>
                <a:cs typeface="Arial"/>
              </a:rPr>
              <a:t>de dashboards</a:t>
            </a:r>
            <a:r>
              <a:rPr dirty="0" sz="1300" spc="15" b="1">
                <a:latin typeface="Arial"/>
                <a:cs typeface="Arial"/>
              </a:rPr>
              <a:t> </a:t>
            </a:r>
            <a:r>
              <a:rPr dirty="0" sz="1300" b="1">
                <a:latin typeface="Arial"/>
                <a:cs typeface="Arial"/>
              </a:rPr>
              <a:t>interativos</a:t>
            </a:r>
            <a:r>
              <a:rPr dirty="0" sz="1300" spc="25" b="1">
                <a:latin typeface="Arial"/>
                <a:cs typeface="Arial"/>
              </a:rPr>
              <a:t> </a:t>
            </a:r>
            <a:r>
              <a:rPr dirty="0" sz="1300" b="1">
                <a:latin typeface="Arial"/>
                <a:cs typeface="Arial"/>
              </a:rPr>
              <a:t>em</a:t>
            </a:r>
            <a:r>
              <a:rPr dirty="0" sz="1300" spc="-5" b="1">
                <a:latin typeface="Arial"/>
                <a:cs typeface="Arial"/>
              </a:rPr>
              <a:t> </a:t>
            </a:r>
            <a:r>
              <a:rPr dirty="0" sz="1300" b="1">
                <a:latin typeface="Arial"/>
                <a:cs typeface="Arial"/>
              </a:rPr>
              <a:t>Next.js,</a:t>
            </a:r>
            <a:r>
              <a:rPr dirty="0" sz="1300" spc="5" b="1">
                <a:latin typeface="Arial"/>
                <a:cs typeface="Arial"/>
              </a:rPr>
              <a:t> </a:t>
            </a:r>
            <a:r>
              <a:rPr dirty="0" sz="1300" spc="-50" b="1">
                <a:latin typeface="Arial"/>
                <a:cs typeface="Arial"/>
              </a:rPr>
              <a:t>o </a:t>
            </a:r>
            <a:r>
              <a:rPr dirty="0" sz="1300" b="1">
                <a:latin typeface="Arial"/>
                <a:cs typeface="Arial"/>
              </a:rPr>
              <a:t>design</a:t>
            </a:r>
            <a:r>
              <a:rPr dirty="0" sz="1300" spc="175" b="1">
                <a:latin typeface="Arial"/>
                <a:cs typeface="Arial"/>
              </a:rPr>
              <a:t>  </a:t>
            </a:r>
            <a:r>
              <a:rPr dirty="0" sz="1300" b="1">
                <a:latin typeface="Arial"/>
                <a:cs typeface="Arial"/>
              </a:rPr>
              <a:t>da</a:t>
            </a:r>
            <a:r>
              <a:rPr dirty="0" sz="1300" spc="175" b="1">
                <a:latin typeface="Arial"/>
                <a:cs typeface="Arial"/>
              </a:rPr>
              <a:t>  </a:t>
            </a:r>
            <a:r>
              <a:rPr dirty="0" sz="1300" b="1">
                <a:latin typeface="Arial"/>
                <a:cs typeface="Arial"/>
              </a:rPr>
              <a:t>interface</a:t>
            </a:r>
            <a:r>
              <a:rPr dirty="0" sz="1300" spc="190" b="1">
                <a:latin typeface="Arial"/>
                <a:cs typeface="Arial"/>
              </a:rPr>
              <a:t>  </a:t>
            </a:r>
            <a:r>
              <a:rPr dirty="0" sz="1300" b="1">
                <a:latin typeface="Arial"/>
                <a:cs typeface="Arial"/>
              </a:rPr>
              <a:t>e</a:t>
            </a:r>
            <a:r>
              <a:rPr dirty="0" sz="1300" spc="180" b="1">
                <a:latin typeface="Arial"/>
                <a:cs typeface="Arial"/>
              </a:rPr>
              <a:t>  </a:t>
            </a:r>
            <a:r>
              <a:rPr dirty="0" sz="1300" b="1">
                <a:latin typeface="Arial"/>
                <a:cs typeface="Arial"/>
              </a:rPr>
              <a:t>a</a:t>
            </a:r>
            <a:r>
              <a:rPr dirty="0" sz="1300" spc="175" b="1">
                <a:latin typeface="Arial"/>
                <a:cs typeface="Arial"/>
              </a:rPr>
              <a:t>  </a:t>
            </a:r>
            <a:r>
              <a:rPr dirty="0" sz="1300" b="1">
                <a:latin typeface="Arial"/>
                <a:cs typeface="Arial"/>
              </a:rPr>
              <a:t>otimização</a:t>
            </a:r>
            <a:r>
              <a:rPr dirty="0" sz="1300" spc="190" b="1">
                <a:latin typeface="Arial"/>
                <a:cs typeface="Arial"/>
              </a:rPr>
              <a:t>  </a:t>
            </a:r>
            <a:r>
              <a:rPr dirty="0" sz="1300" b="1">
                <a:latin typeface="Arial"/>
                <a:cs typeface="Arial"/>
              </a:rPr>
              <a:t>do</a:t>
            </a:r>
            <a:r>
              <a:rPr dirty="0" sz="1300" spc="180" b="1">
                <a:latin typeface="Arial"/>
                <a:cs typeface="Arial"/>
              </a:rPr>
              <a:t>  </a:t>
            </a:r>
            <a:r>
              <a:rPr dirty="0" sz="1300" b="1">
                <a:latin typeface="Arial"/>
                <a:cs typeface="Arial"/>
              </a:rPr>
              <a:t>backend</a:t>
            </a:r>
            <a:r>
              <a:rPr dirty="0" sz="1300" spc="180" b="1">
                <a:latin typeface="Arial"/>
                <a:cs typeface="Arial"/>
              </a:rPr>
              <a:t>  </a:t>
            </a:r>
            <a:r>
              <a:rPr dirty="0" sz="1300" b="1">
                <a:latin typeface="Arial"/>
                <a:cs typeface="Arial"/>
              </a:rPr>
              <a:t>com</a:t>
            </a:r>
            <a:r>
              <a:rPr dirty="0" sz="1300" spc="175" b="1">
                <a:latin typeface="Arial"/>
                <a:cs typeface="Arial"/>
              </a:rPr>
              <a:t>  </a:t>
            </a:r>
            <a:r>
              <a:rPr dirty="0" sz="1300" b="1">
                <a:latin typeface="Arial"/>
                <a:cs typeface="Arial"/>
              </a:rPr>
              <a:t>consultas</a:t>
            </a:r>
            <a:r>
              <a:rPr dirty="0" sz="1300" spc="180" b="1">
                <a:latin typeface="Arial"/>
                <a:cs typeface="Arial"/>
              </a:rPr>
              <a:t>  </a:t>
            </a:r>
            <a:r>
              <a:rPr dirty="0" sz="1300" spc="-25" b="1">
                <a:latin typeface="Arial"/>
                <a:cs typeface="Arial"/>
              </a:rPr>
              <a:t>em </a:t>
            </a:r>
            <a:r>
              <a:rPr dirty="0" sz="1300" b="1">
                <a:latin typeface="Arial"/>
                <a:cs typeface="Arial"/>
              </a:rPr>
              <a:t>PostgreSQL</a:t>
            </a:r>
            <a:r>
              <a:rPr dirty="0" sz="1300" spc="365" b="1">
                <a:latin typeface="Arial"/>
                <a:cs typeface="Arial"/>
              </a:rPr>
              <a:t> </a:t>
            </a:r>
            <a:r>
              <a:rPr dirty="0" sz="1300" b="1">
                <a:latin typeface="Arial"/>
                <a:cs typeface="Arial"/>
              </a:rPr>
              <a:t>na</a:t>
            </a:r>
            <a:r>
              <a:rPr dirty="0" sz="1300" spc="375" b="1">
                <a:latin typeface="Arial"/>
                <a:cs typeface="Arial"/>
              </a:rPr>
              <a:t> </a:t>
            </a:r>
            <a:r>
              <a:rPr dirty="0" sz="1300" b="1">
                <a:latin typeface="Arial"/>
                <a:cs typeface="Arial"/>
              </a:rPr>
              <a:t>nuvem.</a:t>
            </a:r>
            <a:r>
              <a:rPr dirty="0" sz="1300" spc="370" b="1">
                <a:latin typeface="Arial"/>
                <a:cs typeface="Arial"/>
              </a:rPr>
              <a:t> </a:t>
            </a:r>
            <a:r>
              <a:rPr dirty="0" sz="1300" b="1">
                <a:latin typeface="Arial"/>
                <a:cs typeface="Arial"/>
              </a:rPr>
              <a:t>A</a:t>
            </a:r>
            <a:r>
              <a:rPr dirty="0" sz="1300" spc="335" b="1">
                <a:latin typeface="Arial"/>
                <a:cs typeface="Arial"/>
              </a:rPr>
              <a:t> </a:t>
            </a:r>
            <a:r>
              <a:rPr dirty="0" sz="1300" b="1">
                <a:latin typeface="Arial"/>
                <a:cs typeface="Arial"/>
              </a:rPr>
              <a:t>Datalivery</a:t>
            </a:r>
            <a:r>
              <a:rPr dirty="0" sz="1300" spc="395" b="1">
                <a:latin typeface="Arial"/>
                <a:cs typeface="Arial"/>
              </a:rPr>
              <a:t> </a:t>
            </a:r>
            <a:r>
              <a:rPr dirty="0" sz="1300" b="1">
                <a:latin typeface="Arial"/>
                <a:cs typeface="Arial"/>
              </a:rPr>
              <a:t>é</a:t>
            </a:r>
            <a:r>
              <a:rPr dirty="0" sz="1300" spc="380" b="1">
                <a:latin typeface="Arial"/>
                <a:cs typeface="Arial"/>
              </a:rPr>
              <a:t> </a:t>
            </a:r>
            <a:r>
              <a:rPr dirty="0" sz="1300" b="1">
                <a:latin typeface="Arial"/>
                <a:cs typeface="Arial"/>
              </a:rPr>
              <a:t>o</a:t>
            </a:r>
            <a:r>
              <a:rPr dirty="0" sz="1300" spc="380" b="1">
                <a:latin typeface="Arial"/>
                <a:cs typeface="Arial"/>
              </a:rPr>
              <a:t> </a:t>
            </a:r>
            <a:r>
              <a:rPr dirty="0" sz="1300" b="1">
                <a:latin typeface="Arial"/>
                <a:cs typeface="Arial"/>
              </a:rPr>
              <a:t>resultado</a:t>
            </a:r>
            <a:r>
              <a:rPr dirty="0" sz="1300" spc="370" b="1">
                <a:latin typeface="Arial"/>
                <a:cs typeface="Arial"/>
              </a:rPr>
              <a:t> </a:t>
            </a:r>
            <a:r>
              <a:rPr dirty="0" sz="1300" b="1">
                <a:latin typeface="Arial"/>
                <a:cs typeface="Arial"/>
              </a:rPr>
              <a:t>da</a:t>
            </a:r>
            <a:r>
              <a:rPr dirty="0" sz="1300" spc="375" b="1">
                <a:latin typeface="Arial"/>
                <a:cs typeface="Arial"/>
              </a:rPr>
              <a:t> </a:t>
            </a:r>
            <a:r>
              <a:rPr dirty="0" sz="1300" b="1">
                <a:latin typeface="Arial"/>
                <a:cs typeface="Arial"/>
              </a:rPr>
              <a:t>soma</a:t>
            </a:r>
            <a:r>
              <a:rPr dirty="0" sz="1300" spc="380" b="1">
                <a:latin typeface="Arial"/>
                <a:cs typeface="Arial"/>
              </a:rPr>
              <a:t> </a:t>
            </a:r>
            <a:r>
              <a:rPr dirty="0" sz="1300" b="1">
                <a:latin typeface="Arial"/>
                <a:cs typeface="Arial"/>
              </a:rPr>
              <a:t>de</a:t>
            </a:r>
            <a:r>
              <a:rPr dirty="0" sz="1300" spc="370" b="1">
                <a:latin typeface="Arial"/>
                <a:cs typeface="Arial"/>
              </a:rPr>
              <a:t> </a:t>
            </a:r>
            <a:r>
              <a:rPr dirty="0" sz="1300" spc="-10" b="1">
                <a:latin typeface="Arial"/>
                <a:cs typeface="Arial"/>
              </a:rPr>
              <a:t>talentos </a:t>
            </a:r>
            <a:r>
              <a:rPr dirty="0" sz="1300" b="1">
                <a:latin typeface="Arial"/>
                <a:cs typeface="Arial"/>
              </a:rPr>
              <a:t>diferentes,</a:t>
            </a:r>
            <a:r>
              <a:rPr dirty="0" sz="1300" spc="260" b="1">
                <a:latin typeface="Arial"/>
                <a:cs typeface="Arial"/>
              </a:rPr>
              <a:t> </a:t>
            </a:r>
            <a:r>
              <a:rPr dirty="0" sz="1300" b="1">
                <a:latin typeface="Arial"/>
                <a:cs typeface="Arial"/>
              </a:rPr>
              <a:t>mas</a:t>
            </a:r>
            <a:r>
              <a:rPr dirty="0" sz="1300" spc="265" b="1">
                <a:latin typeface="Arial"/>
                <a:cs typeface="Arial"/>
              </a:rPr>
              <a:t> </a:t>
            </a:r>
            <a:r>
              <a:rPr dirty="0" sz="1300" b="1">
                <a:latin typeface="Arial"/>
                <a:cs typeface="Arial"/>
              </a:rPr>
              <a:t>com</a:t>
            </a:r>
            <a:r>
              <a:rPr dirty="0" sz="1300" spc="250" b="1">
                <a:latin typeface="Arial"/>
                <a:cs typeface="Arial"/>
              </a:rPr>
              <a:t> </a:t>
            </a:r>
            <a:r>
              <a:rPr dirty="0" sz="1300" b="1">
                <a:latin typeface="Arial"/>
                <a:cs typeface="Arial"/>
              </a:rPr>
              <a:t>um</a:t>
            </a:r>
            <a:r>
              <a:rPr dirty="0" sz="1300" spc="254" b="1">
                <a:latin typeface="Arial"/>
                <a:cs typeface="Arial"/>
              </a:rPr>
              <a:t> </a:t>
            </a:r>
            <a:r>
              <a:rPr dirty="0" sz="1300" b="1">
                <a:latin typeface="Arial"/>
                <a:cs typeface="Arial"/>
              </a:rPr>
              <a:t>mesmo</a:t>
            </a:r>
            <a:r>
              <a:rPr dirty="0" sz="1300" spc="270" b="1">
                <a:latin typeface="Arial"/>
                <a:cs typeface="Arial"/>
              </a:rPr>
              <a:t> </a:t>
            </a:r>
            <a:r>
              <a:rPr dirty="0" sz="1300" b="1">
                <a:latin typeface="Arial"/>
                <a:cs typeface="Arial"/>
              </a:rPr>
              <a:t>objetivo:</a:t>
            </a:r>
            <a:r>
              <a:rPr dirty="0" sz="1300" spc="260" b="1">
                <a:latin typeface="Arial"/>
                <a:cs typeface="Arial"/>
              </a:rPr>
              <a:t> </a:t>
            </a:r>
            <a:r>
              <a:rPr dirty="0" sz="1300" b="1">
                <a:latin typeface="Arial"/>
                <a:cs typeface="Arial"/>
              </a:rPr>
              <a:t>inovar</a:t>
            </a:r>
            <a:r>
              <a:rPr dirty="0" sz="1300" spc="250" b="1">
                <a:latin typeface="Arial"/>
                <a:cs typeface="Arial"/>
              </a:rPr>
              <a:t> </a:t>
            </a:r>
            <a:r>
              <a:rPr dirty="0" sz="1300" b="1">
                <a:latin typeface="Arial"/>
                <a:cs typeface="Arial"/>
              </a:rPr>
              <a:t>o</a:t>
            </a:r>
            <a:r>
              <a:rPr dirty="0" sz="1300" spc="260" b="1">
                <a:latin typeface="Arial"/>
                <a:cs typeface="Arial"/>
              </a:rPr>
              <a:t> </a:t>
            </a:r>
            <a:r>
              <a:rPr dirty="0" sz="1300" b="1">
                <a:latin typeface="Arial"/>
                <a:cs typeface="Arial"/>
              </a:rPr>
              <a:t>setor</a:t>
            </a:r>
            <a:r>
              <a:rPr dirty="0" sz="1300" spc="265" b="1">
                <a:latin typeface="Arial"/>
                <a:cs typeface="Arial"/>
              </a:rPr>
              <a:t> </a:t>
            </a:r>
            <a:r>
              <a:rPr dirty="0" sz="1300" b="1">
                <a:latin typeface="Arial"/>
                <a:cs typeface="Arial"/>
              </a:rPr>
              <a:t>de</a:t>
            </a:r>
            <a:r>
              <a:rPr dirty="0" sz="1300" spc="254" b="1">
                <a:latin typeface="Arial"/>
                <a:cs typeface="Arial"/>
              </a:rPr>
              <a:t> </a:t>
            </a:r>
            <a:r>
              <a:rPr dirty="0" sz="1300" b="1">
                <a:latin typeface="Arial"/>
                <a:cs typeface="Arial"/>
              </a:rPr>
              <a:t>delivery</a:t>
            </a:r>
            <a:r>
              <a:rPr dirty="0" sz="1300" spc="250" b="1">
                <a:latin typeface="Arial"/>
                <a:cs typeface="Arial"/>
              </a:rPr>
              <a:t> </a:t>
            </a:r>
            <a:r>
              <a:rPr dirty="0" sz="1300" spc="-25" b="1">
                <a:latin typeface="Arial"/>
                <a:cs typeface="Arial"/>
              </a:rPr>
              <a:t>com </a:t>
            </a:r>
            <a:r>
              <a:rPr dirty="0" sz="1300" b="1">
                <a:latin typeface="Arial"/>
                <a:cs typeface="Arial"/>
              </a:rPr>
              <a:t>inteligência</a:t>
            </a:r>
            <a:r>
              <a:rPr dirty="0" sz="1300" spc="-50" b="1">
                <a:latin typeface="Arial"/>
                <a:cs typeface="Arial"/>
              </a:rPr>
              <a:t> </a:t>
            </a:r>
            <a:r>
              <a:rPr dirty="0" sz="1300" b="1">
                <a:latin typeface="Arial"/>
                <a:cs typeface="Arial"/>
              </a:rPr>
              <a:t>de</a:t>
            </a:r>
            <a:r>
              <a:rPr dirty="0" sz="1300" spc="-60" b="1">
                <a:latin typeface="Arial"/>
                <a:cs typeface="Arial"/>
              </a:rPr>
              <a:t> </a:t>
            </a:r>
            <a:r>
              <a:rPr dirty="0" sz="1300" spc="-10" b="1">
                <a:latin typeface="Arial"/>
                <a:cs typeface="Arial"/>
              </a:rPr>
              <a:t>dados.</a:t>
            </a:r>
            <a:endParaRPr sz="1300">
              <a:latin typeface="Arial"/>
              <a:cs typeface="Arial"/>
            </a:endParaRPr>
          </a:p>
        </p:txBody>
      </p:sp>
      <p:sp>
        <p:nvSpPr>
          <p:cNvPr id="4" name="object 4" descr=""/>
          <p:cNvSpPr txBox="1"/>
          <p:nvPr/>
        </p:nvSpPr>
        <p:spPr>
          <a:xfrm>
            <a:off x="6851177" y="2650709"/>
            <a:ext cx="2586355" cy="307340"/>
          </a:xfrm>
          <a:prstGeom prst="rect">
            <a:avLst/>
          </a:prstGeom>
        </p:spPr>
        <p:txBody>
          <a:bodyPr wrap="square" lIns="0" tIns="12700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 sz="1850" b="1">
                <a:latin typeface="Arial"/>
                <a:cs typeface="Arial"/>
              </a:rPr>
              <a:t>Problema</a:t>
            </a:r>
            <a:r>
              <a:rPr dirty="0" sz="1850" spc="5" b="1">
                <a:latin typeface="Arial"/>
                <a:cs typeface="Arial"/>
              </a:rPr>
              <a:t> </a:t>
            </a:r>
            <a:r>
              <a:rPr dirty="0" sz="1850" b="1">
                <a:latin typeface="Arial"/>
                <a:cs typeface="Arial"/>
              </a:rPr>
              <a:t>a</a:t>
            </a:r>
            <a:r>
              <a:rPr dirty="0" sz="1850" spc="-5" b="1">
                <a:latin typeface="Arial"/>
                <a:cs typeface="Arial"/>
              </a:rPr>
              <a:t> </a:t>
            </a:r>
            <a:r>
              <a:rPr dirty="0" sz="1850" b="1">
                <a:latin typeface="Arial"/>
                <a:cs typeface="Arial"/>
              </a:rPr>
              <a:t>ser</a:t>
            </a:r>
            <a:r>
              <a:rPr dirty="0" sz="1850" spc="5" b="1">
                <a:latin typeface="Arial"/>
                <a:cs typeface="Arial"/>
              </a:rPr>
              <a:t> </a:t>
            </a:r>
            <a:r>
              <a:rPr dirty="0" sz="1850" spc="-10" b="1">
                <a:latin typeface="Arial"/>
                <a:cs typeface="Arial"/>
              </a:rPr>
              <a:t>tratado</a:t>
            </a:r>
            <a:endParaRPr sz="1850">
              <a:latin typeface="Arial"/>
              <a:cs typeface="Arial"/>
            </a:endParaRPr>
          </a:p>
        </p:txBody>
      </p:sp>
      <p:sp>
        <p:nvSpPr>
          <p:cNvPr id="5" name="object 5" descr=""/>
          <p:cNvSpPr txBox="1"/>
          <p:nvPr/>
        </p:nvSpPr>
        <p:spPr>
          <a:xfrm>
            <a:off x="6851177" y="3217872"/>
            <a:ext cx="6126480" cy="2208530"/>
          </a:xfrm>
          <a:prstGeom prst="rect">
            <a:avLst/>
          </a:prstGeom>
        </p:spPr>
        <p:txBody>
          <a:bodyPr wrap="square" lIns="0" tIns="10795" rIns="0" bIns="0" rtlCol="0" vert="horz">
            <a:spAutoFit/>
          </a:bodyPr>
          <a:lstStyle/>
          <a:p>
            <a:pPr algn="just" marL="12700" marR="5080" indent="39370">
              <a:lnSpc>
                <a:spcPct val="100299"/>
              </a:lnSpc>
              <a:spcBef>
                <a:spcPts val="85"/>
              </a:spcBef>
            </a:pPr>
            <a:r>
              <a:rPr dirty="0" sz="1300" b="1">
                <a:latin typeface="Arial"/>
                <a:cs typeface="Arial"/>
              </a:rPr>
              <a:t>A</a:t>
            </a:r>
            <a:r>
              <a:rPr dirty="0" sz="1300" spc="35" b="1">
                <a:latin typeface="Arial"/>
                <a:cs typeface="Arial"/>
              </a:rPr>
              <a:t> </a:t>
            </a:r>
            <a:r>
              <a:rPr dirty="0" sz="1300" b="1">
                <a:latin typeface="Arial"/>
                <a:cs typeface="Arial"/>
              </a:rPr>
              <a:t>empresa</a:t>
            </a:r>
            <a:r>
              <a:rPr dirty="0" sz="1300" spc="85" b="1">
                <a:latin typeface="Arial"/>
                <a:cs typeface="Arial"/>
              </a:rPr>
              <a:t> </a:t>
            </a:r>
            <a:r>
              <a:rPr dirty="0" sz="1300" b="1">
                <a:latin typeface="Arial"/>
                <a:cs typeface="Arial"/>
              </a:rPr>
              <a:t>enfrenta</a:t>
            </a:r>
            <a:r>
              <a:rPr dirty="0" sz="1300" spc="75" b="1">
                <a:latin typeface="Arial"/>
                <a:cs typeface="Arial"/>
              </a:rPr>
              <a:t> </a:t>
            </a:r>
            <a:r>
              <a:rPr dirty="0" sz="1300" b="1">
                <a:latin typeface="Arial"/>
                <a:cs typeface="Arial"/>
              </a:rPr>
              <a:t>o</a:t>
            </a:r>
            <a:r>
              <a:rPr dirty="0" sz="1300" spc="80" b="1">
                <a:latin typeface="Arial"/>
                <a:cs typeface="Arial"/>
              </a:rPr>
              <a:t> </a:t>
            </a:r>
            <a:r>
              <a:rPr dirty="0" sz="1300" b="1">
                <a:latin typeface="Arial"/>
                <a:cs typeface="Arial"/>
              </a:rPr>
              <a:t>desafio</a:t>
            </a:r>
            <a:r>
              <a:rPr dirty="0" sz="1300" spc="85" b="1">
                <a:latin typeface="Arial"/>
                <a:cs typeface="Arial"/>
              </a:rPr>
              <a:t> </a:t>
            </a:r>
            <a:r>
              <a:rPr dirty="0" sz="1300" b="1">
                <a:latin typeface="Arial"/>
                <a:cs typeface="Arial"/>
              </a:rPr>
              <a:t>de</a:t>
            </a:r>
            <a:r>
              <a:rPr dirty="0" sz="1300" spc="80" b="1">
                <a:latin typeface="Arial"/>
                <a:cs typeface="Arial"/>
              </a:rPr>
              <a:t> </a:t>
            </a:r>
            <a:r>
              <a:rPr dirty="0" sz="1300" b="1">
                <a:latin typeface="Arial"/>
                <a:cs typeface="Arial"/>
              </a:rPr>
              <a:t>tomar</a:t>
            </a:r>
            <a:r>
              <a:rPr dirty="0" sz="1300" spc="90" b="1">
                <a:latin typeface="Arial"/>
                <a:cs typeface="Arial"/>
              </a:rPr>
              <a:t> </a:t>
            </a:r>
            <a:r>
              <a:rPr dirty="0" sz="1300" b="1">
                <a:latin typeface="Arial"/>
                <a:cs typeface="Arial"/>
              </a:rPr>
              <a:t>decisões</a:t>
            </a:r>
            <a:r>
              <a:rPr dirty="0" sz="1300" spc="95" b="1">
                <a:latin typeface="Arial"/>
                <a:cs typeface="Arial"/>
              </a:rPr>
              <a:t> </a:t>
            </a:r>
            <a:r>
              <a:rPr dirty="0" sz="1300" b="1">
                <a:latin typeface="Arial"/>
                <a:cs typeface="Arial"/>
              </a:rPr>
              <a:t>estratégicas</a:t>
            </a:r>
            <a:r>
              <a:rPr dirty="0" sz="1300" spc="80" b="1">
                <a:latin typeface="Arial"/>
                <a:cs typeface="Arial"/>
              </a:rPr>
              <a:t> </a:t>
            </a:r>
            <a:r>
              <a:rPr dirty="0" sz="1300" b="1">
                <a:latin typeface="Arial"/>
                <a:cs typeface="Arial"/>
              </a:rPr>
              <a:t>baseadas</a:t>
            </a:r>
            <a:r>
              <a:rPr dirty="0" sz="1300" spc="85" b="1">
                <a:latin typeface="Arial"/>
                <a:cs typeface="Arial"/>
              </a:rPr>
              <a:t> </a:t>
            </a:r>
            <a:r>
              <a:rPr dirty="0" sz="1300" spc="-25" b="1">
                <a:latin typeface="Arial"/>
                <a:cs typeface="Arial"/>
              </a:rPr>
              <a:t>em </a:t>
            </a:r>
            <a:r>
              <a:rPr dirty="0" sz="1300" b="1">
                <a:latin typeface="Arial"/>
                <a:cs typeface="Arial"/>
              </a:rPr>
              <a:t>dados</a:t>
            </a:r>
            <a:r>
              <a:rPr dirty="0" sz="1300" spc="-35" b="1">
                <a:latin typeface="Arial"/>
                <a:cs typeface="Arial"/>
              </a:rPr>
              <a:t> </a:t>
            </a:r>
            <a:r>
              <a:rPr dirty="0" sz="1300" b="1">
                <a:latin typeface="Arial"/>
                <a:cs typeface="Arial"/>
              </a:rPr>
              <a:t>confiáveis,</a:t>
            </a:r>
            <a:r>
              <a:rPr dirty="0" sz="1300" spc="-40" b="1">
                <a:latin typeface="Arial"/>
                <a:cs typeface="Arial"/>
              </a:rPr>
              <a:t> </a:t>
            </a:r>
            <a:r>
              <a:rPr dirty="0" sz="1300" b="1">
                <a:latin typeface="Arial"/>
                <a:cs typeface="Arial"/>
              </a:rPr>
              <a:t>especialmente</a:t>
            </a:r>
            <a:r>
              <a:rPr dirty="0" sz="1300" spc="-40" b="1">
                <a:latin typeface="Arial"/>
                <a:cs typeface="Arial"/>
              </a:rPr>
              <a:t> </a:t>
            </a:r>
            <a:r>
              <a:rPr dirty="0" sz="1300" b="1">
                <a:latin typeface="Arial"/>
                <a:cs typeface="Arial"/>
              </a:rPr>
              <a:t>no</a:t>
            </a:r>
            <a:r>
              <a:rPr dirty="0" sz="1300" spc="-50" b="1">
                <a:latin typeface="Arial"/>
                <a:cs typeface="Arial"/>
              </a:rPr>
              <a:t> </a:t>
            </a:r>
            <a:r>
              <a:rPr dirty="0" sz="1300" b="1">
                <a:latin typeface="Arial"/>
                <a:cs typeface="Arial"/>
              </a:rPr>
              <a:t>contexto</a:t>
            </a:r>
            <a:r>
              <a:rPr dirty="0" sz="1300" spc="-30" b="1">
                <a:latin typeface="Arial"/>
                <a:cs typeface="Arial"/>
              </a:rPr>
              <a:t> </a:t>
            </a:r>
            <a:r>
              <a:rPr dirty="0" sz="1300" b="1">
                <a:latin typeface="Arial"/>
                <a:cs typeface="Arial"/>
              </a:rPr>
              <a:t>de</a:t>
            </a:r>
            <a:r>
              <a:rPr dirty="0" sz="1300" spc="-45" b="1">
                <a:latin typeface="Arial"/>
                <a:cs typeface="Arial"/>
              </a:rPr>
              <a:t> </a:t>
            </a:r>
            <a:r>
              <a:rPr dirty="0" sz="1300" b="1">
                <a:latin typeface="Arial"/>
                <a:cs typeface="Arial"/>
              </a:rPr>
              <a:t>entregas</a:t>
            </a:r>
            <a:r>
              <a:rPr dirty="0" sz="1300" spc="-30" b="1">
                <a:latin typeface="Arial"/>
                <a:cs typeface="Arial"/>
              </a:rPr>
              <a:t> </a:t>
            </a:r>
            <a:r>
              <a:rPr dirty="0" sz="1300" spc="-10" b="1">
                <a:latin typeface="Arial"/>
                <a:cs typeface="Arial"/>
              </a:rPr>
              <a:t>delivery.</a:t>
            </a:r>
            <a:r>
              <a:rPr dirty="0" sz="1300" spc="-50" b="1">
                <a:latin typeface="Arial"/>
                <a:cs typeface="Arial"/>
              </a:rPr>
              <a:t> </a:t>
            </a:r>
            <a:r>
              <a:rPr dirty="0" sz="1300" b="1">
                <a:latin typeface="Arial"/>
                <a:cs typeface="Arial"/>
              </a:rPr>
              <a:t>Apesar</a:t>
            </a:r>
            <a:r>
              <a:rPr dirty="0" sz="1300" spc="-30" b="1">
                <a:latin typeface="Arial"/>
                <a:cs typeface="Arial"/>
              </a:rPr>
              <a:t> </a:t>
            </a:r>
            <a:r>
              <a:rPr dirty="0" sz="1300" spc="-25" b="1">
                <a:latin typeface="Arial"/>
                <a:cs typeface="Arial"/>
              </a:rPr>
              <a:t>de </a:t>
            </a:r>
            <a:r>
              <a:rPr dirty="0" sz="1300" b="1">
                <a:latin typeface="Arial"/>
                <a:cs typeface="Arial"/>
              </a:rPr>
              <a:t>possuir</a:t>
            </a:r>
            <a:r>
              <a:rPr dirty="0" sz="1300" spc="-45" b="1">
                <a:latin typeface="Arial"/>
                <a:cs typeface="Arial"/>
              </a:rPr>
              <a:t> </a:t>
            </a:r>
            <a:r>
              <a:rPr dirty="0" sz="1300" b="1">
                <a:latin typeface="Arial"/>
                <a:cs typeface="Arial"/>
              </a:rPr>
              <a:t>grande</a:t>
            </a:r>
            <a:r>
              <a:rPr dirty="0" sz="1300" spc="-30" b="1">
                <a:latin typeface="Arial"/>
                <a:cs typeface="Arial"/>
              </a:rPr>
              <a:t> </a:t>
            </a:r>
            <a:r>
              <a:rPr dirty="0" sz="1300" b="1">
                <a:latin typeface="Arial"/>
                <a:cs typeface="Arial"/>
              </a:rPr>
              <a:t>volume</a:t>
            </a:r>
            <a:r>
              <a:rPr dirty="0" sz="1300" spc="-25" b="1">
                <a:latin typeface="Arial"/>
                <a:cs typeface="Arial"/>
              </a:rPr>
              <a:t> </a:t>
            </a:r>
            <a:r>
              <a:rPr dirty="0" sz="1300" b="1">
                <a:latin typeface="Arial"/>
                <a:cs typeface="Arial"/>
              </a:rPr>
              <a:t>de</a:t>
            </a:r>
            <a:r>
              <a:rPr dirty="0" sz="1300" spc="-30" b="1">
                <a:latin typeface="Arial"/>
                <a:cs typeface="Arial"/>
              </a:rPr>
              <a:t> </a:t>
            </a:r>
            <a:r>
              <a:rPr dirty="0" sz="1300" b="1">
                <a:latin typeface="Arial"/>
                <a:cs typeface="Arial"/>
              </a:rPr>
              <a:t>informações</a:t>
            </a:r>
            <a:r>
              <a:rPr dirty="0" sz="1300" spc="-35" b="1">
                <a:latin typeface="Arial"/>
                <a:cs typeface="Arial"/>
              </a:rPr>
              <a:t> </a:t>
            </a:r>
            <a:r>
              <a:rPr dirty="0" sz="1300" b="1">
                <a:latin typeface="Arial"/>
                <a:cs typeface="Arial"/>
              </a:rPr>
              <a:t>operacionais</a:t>
            </a:r>
            <a:r>
              <a:rPr dirty="0" sz="1300" spc="-20" b="1">
                <a:latin typeface="Arial"/>
                <a:cs typeface="Arial"/>
              </a:rPr>
              <a:t> </a:t>
            </a:r>
            <a:r>
              <a:rPr dirty="0" sz="1300" b="1">
                <a:latin typeface="Arial"/>
                <a:cs typeface="Arial"/>
              </a:rPr>
              <a:t>como</a:t>
            </a:r>
            <a:r>
              <a:rPr dirty="0" sz="1300" spc="-25" b="1">
                <a:latin typeface="Arial"/>
                <a:cs typeface="Arial"/>
              </a:rPr>
              <a:t> </a:t>
            </a:r>
            <a:r>
              <a:rPr dirty="0" sz="1300" b="1">
                <a:latin typeface="Arial"/>
                <a:cs typeface="Arial"/>
              </a:rPr>
              <a:t>pedidos,</a:t>
            </a:r>
            <a:r>
              <a:rPr dirty="0" sz="1300" spc="-20" b="1">
                <a:latin typeface="Arial"/>
                <a:cs typeface="Arial"/>
              </a:rPr>
              <a:t> </a:t>
            </a:r>
            <a:r>
              <a:rPr dirty="0" sz="1300" spc="-10" b="1">
                <a:latin typeface="Arial"/>
                <a:cs typeface="Arial"/>
              </a:rPr>
              <a:t>horários </a:t>
            </a:r>
            <a:r>
              <a:rPr dirty="0" sz="1300" b="1">
                <a:latin typeface="Arial"/>
                <a:cs typeface="Arial"/>
              </a:rPr>
              <a:t>de</a:t>
            </a:r>
            <a:r>
              <a:rPr dirty="0" sz="1300" spc="470" b="1">
                <a:latin typeface="Arial"/>
                <a:cs typeface="Arial"/>
              </a:rPr>
              <a:t> </a:t>
            </a:r>
            <a:r>
              <a:rPr dirty="0" sz="1300" b="1">
                <a:latin typeface="Arial"/>
                <a:cs typeface="Arial"/>
              </a:rPr>
              <a:t>pico,</a:t>
            </a:r>
            <a:r>
              <a:rPr dirty="0" sz="1300" spc="475" b="1">
                <a:latin typeface="Arial"/>
                <a:cs typeface="Arial"/>
              </a:rPr>
              <a:t> </a:t>
            </a:r>
            <a:r>
              <a:rPr dirty="0" sz="1300" b="1">
                <a:latin typeface="Arial"/>
                <a:cs typeface="Arial"/>
              </a:rPr>
              <a:t>rotas,</a:t>
            </a:r>
            <a:r>
              <a:rPr dirty="0" sz="1300" spc="465" b="1">
                <a:latin typeface="Arial"/>
                <a:cs typeface="Arial"/>
              </a:rPr>
              <a:t> </a:t>
            </a:r>
            <a:r>
              <a:rPr dirty="0" sz="1300" b="1">
                <a:latin typeface="Arial"/>
                <a:cs typeface="Arial"/>
              </a:rPr>
              <a:t>fidelidade</a:t>
            </a:r>
            <a:r>
              <a:rPr dirty="0" sz="1300" spc="470" b="1">
                <a:latin typeface="Arial"/>
                <a:cs typeface="Arial"/>
              </a:rPr>
              <a:t> </a:t>
            </a:r>
            <a:r>
              <a:rPr dirty="0" sz="1300" b="1">
                <a:latin typeface="Arial"/>
                <a:cs typeface="Arial"/>
              </a:rPr>
              <a:t>de</a:t>
            </a:r>
            <a:r>
              <a:rPr dirty="0" sz="1300" spc="475" b="1">
                <a:latin typeface="Arial"/>
                <a:cs typeface="Arial"/>
              </a:rPr>
              <a:t> </a:t>
            </a:r>
            <a:r>
              <a:rPr dirty="0" sz="1300" b="1">
                <a:latin typeface="Arial"/>
                <a:cs typeface="Arial"/>
              </a:rPr>
              <a:t>clientes</a:t>
            </a:r>
            <a:r>
              <a:rPr dirty="0" sz="1300" spc="475" b="1">
                <a:latin typeface="Arial"/>
                <a:cs typeface="Arial"/>
              </a:rPr>
              <a:t> </a:t>
            </a:r>
            <a:r>
              <a:rPr dirty="0" sz="1300" b="1">
                <a:latin typeface="Arial"/>
                <a:cs typeface="Arial"/>
              </a:rPr>
              <a:t>e</a:t>
            </a:r>
            <a:r>
              <a:rPr dirty="0" sz="1300" spc="480" b="1">
                <a:latin typeface="Arial"/>
                <a:cs typeface="Arial"/>
              </a:rPr>
              <a:t> </a:t>
            </a:r>
            <a:r>
              <a:rPr dirty="0" sz="1300" b="1">
                <a:latin typeface="Arial"/>
                <a:cs typeface="Arial"/>
              </a:rPr>
              <a:t>avaliações.</a:t>
            </a:r>
            <a:r>
              <a:rPr dirty="0" sz="1300" spc="475" b="1">
                <a:latin typeface="Arial"/>
                <a:cs typeface="Arial"/>
              </a:rPr>
              <a:t> </a:t>
            </a:r>
            <a:r>
              <a:rPr dirty="0" sz="1300" b="1">
                <a:latin typeface="Arial"/>
                <a:cs typeface="Arial"/>
              </a:rPr>
              <a:t>Esses</a:t>
            </a:r>
            <a:r>
              <a:rPr dirty="0" sz="1300" spc="65" b="1">
                <a:latin typeface="Arial"/>
                <a:cs typeface="Arial"/>
              </a:rPr>
              <a:t>  </a:t>
            </a:r>
            <a:r>
              <a:rPr dirty="0" sz="1300" b="1">
                <a:latin typeface="Arial"/>
                <a:cs typeface="Arial"/>
              </a:rPr>
              <a:t>dados</a:t>
            </a:r>
            <a:r>
              <a:rPr dirty="0" sz="1300" spc="70" b="1">
                <a:latin typeface="Arial"/>
                <a:cs typeface="Arial"/>
              </a:rPr>
              <a:t>  </a:t>
            </a:r>
            <a:r>
              <a:rPr dirty="0" sz="1300" spc="-10" b="1">
                <a:latin typeface="Arial"/>
                <a:cs typeface="Arial"/>
              </a:rPr>
              <a:t>estão </a:t>
            </a:r>
            <a:r>
              <a:rPr dirty="0" sz="1300" b="1">
                <a:latin typeface="Arial"/>
                <a:cs typeface="Arial"/>
              </a:rPr>
              <a:t>fragmentados,</a:t>
            </a:r>
            <a:r>
              <a:rPr dirty="0" sz="1300" spc="150" b="1">
                <a:latin typeface="Arial"/>
                <a:cs typeface="Arial"/>
              </a:rPr>
              <a:t>  </a:t>
            </a:r>
            <a:r>
              <a:rPr dirty="0" sz="1300" b="1">
                <a:latin typeface="Arial"/>
                <a:cs typeface="Arial"/>
              </a:rPr>
              <a:t>pouco</a:t>
            </a:r>
            <a:r>
              <a:rPr dirty="0" sz="1300" spc="150" b="1">
                <a:latin typeface="Arial"/>
                <a:cs typeface="Arial"/>
              </a:rPr>
              <a:t>  </a:t>
            </a:r>
            <a:r>
              <a:rPr dirty="0" sz="1300" b="1">
                <a:latin typeface="Arial"/>
                <a:cs typeface="Arial"/>
              </a:rPr>
              <a:t>analisados</a:t>
            </a:r>
            <a:r>
              <a:rPr dirty="0" sz="1300" spc="140" b="1">
                <a:latin typeface="Arial"/>
                <a:cs typeface="Arial"/>
              </a:rPr>
              <a:t>  </a:t>
            </a:r>
            <a:r>
              <a:rPr dirty="0" sz="1300" b="1">
                <a:latin typeface="Arial"/>
                <a:cs typeface="Arial"/>
              </a:rPr>
              <a:t>e</a:t>
            </a:r>
            <a:r>
              <a:rPr dirty="0" sz="1300" spc="145" b="1">
                <a:latin typeface="Arial"/>
                <a:cs typeface="Arial"/>
              </a:rPr>
              <a:t>  </a:t>
            </a:r>
            <a:r>
              <a:rPr dirty="0" sz="1300" b="1">
                <a:latin typeface="Arial"/>
                <a:cs typeface="Arial"/>
              </a:rPr>
              <a:t>subutilizados,</a:t>
            </a:r>
            <a:r>
              <a:rPr dirty="0" sz="1300" spc="150" b="1">
                <a:latin typeface="Arial"/>
                <a:cs typeface="Arial"/>
              </a:rPr>
              <a:t>  </a:t>
            </a:r>
            <a:r>
              <a:rPr dirty="0" sz="1300" b="1">
                <a:latin typeface="Arial"/>
                <a:cs typeface="Arial"/>
              </a:rPr>
              <a:t>dificultando</a:t>
            </a:r>
            <a:r>
              <a:rPr dirty="0" sz="1300" spc="145" b="1">
                <a:latin typeface="Arial"/>
                <a:cs typeface="Arial"/>
              </a:rPr>
              <a:t>  </a:t>
            </a:r>
            <a:r>
              <a:rPr dirty="0" sz="1300" b="1">
                <a:latin typeface="Arial"/>
                <a:cs typeface="Arial"/>
              </a:rPr>
              <a:t>a</a:t>
            </a:r>
            <a:r>
              <a:rPr dirty="0" sz="1300" spc="145" b="1">
                <a:latin typeface="Arial"/>
                <a:cs typeface="Arial"/>
              </a:rPr>
              <a:t>  </a:t>
            </a:r>
            <a:r>
              <a:rPr dirty="0" sz="1300" spc="-10" b="1">
                <a:latin typeface="Arial"/>
                <a:cs typeface="Arial"/>
              </a:rPr>
              <a:t>visão </a:t>
            </a:r>
            <a:r>
              <a:rPr dirty="0" sz="1300" b="1">
                <a:latin typeface="Arial"/>
                <a:cs typeface="Arial"/>
              </a:rPr>
              <a:t>completa</a:t>
            </a:r>
            <a:r>
              <a:rPr dirty="0" sz="1300" spc="-30" b="1">
                <a:latin typeface="Arial"/>
                <a:cs typeface="Arial"/>
              </a:rPr>
              <a:t> </a:t>
            </a:r>
            <a:r>
              <a:rPr dirty="0" sz="1300" b="1">
                <a:latin typeface="Arial"/>
                <a:cs typeface="Arial"/>
              </a:rPr>
              <a:t>do</a:t>
            </a:r>
            <a:r>
              <a:rPr dirty="0" sz="1300" spc="-45" b="1">
                <a:latin typeface="Arial"/>
                <a:cs typeface="Arial"/>
              </a:rPr>
              <a:t> </a:t>
            </a:r>
            <a:r>
              <a:rPr dirty="0" sz="1300" b="1">
                <a:latin typeface="Arial"/>
                <a:cs typeface="Arial"/>
              </a:rPr>
              <a:t>desempenho</a:t>
            </a:r>
            <a:r>
              <a:rPr dirty="0" sz="1300" spc="-45" b="1">
                <a:latin typeface="Arial"/>
                <a:cs typeface="Arial"/>
              </a:rPr>
              <a:t> </a:t>
            </a:r>
            <a:r>
              <a:rPr dirty="0" sz="1300" b="1">
                <a:latin typeface="Arial"/>
                <a:cs typeface="Arial"/>
              </a:rPr>
              <a:t>do</a:t>
            </a:r>
            <a:r>
              <a:rPr dirty="0" sz="1300" spc="-45" b="1">
                <a:latin typeface="Arial"/>
                <a:cs typeface="Arial"/>
              </a:rPr>
              <a:t> </a:t>
            </a:r>
            <a:r>
              <a:rPr dirty="0" sz="1300" spc="-10" b="1">
                <a:latin typeface="Arial"/>
                <a:cs typeface="Arial"/>
              </a:rPr>
              <a:t>negócio.</a:t>
            </a:r>
            <a:endParaRPr sz="1300">
              <a:latin typeface="Arial"/>
              <a:cs typeface="Arial"/>
            </a:endParaRPr>
          </a:p>
          <a:p>
            <a:pPr algn="just" marL="12700" marR="5080">
              <a:lnSpc>
                <a:spcPct val="100099"/>
              </a:lnSpc>
              <a:spcBef>
                <a:spcPts val="10"/>
              </a:spcBef>
            </a:pPr>
            <a:r>
              <a:rPr dirty="0" sz="1300" b="1">
                <a:latin typeface="Arial"/>
                <a:cs typeface="Arial"/>
              </a:rPr>
              <a:t>Essa</a:t>
            </a:r>
            <a:r>
              <a:rPr dirty="0" sz="1300" spc="105" b="1">
                <a:latin typeface="Arial"/>
                <a:cs typeface="Arial"/>
              </a:rPr>
              <a:t>  </a:t>
            </a:r>
            <a:r>
              <a:rPr dirty="0" sz="1300" b="1">
                <a:latin typeface="Arial"/>
                <a:cs typeface="Arial"/>
              </a:rPr>
              <a:t>falta</a:t>
            </a:r>
            <a:r>
              <a:rPr dirty="0" sz="1300" spc="114" b="1">
                <a:latin typeface="Arial"/>
                <a:cs typeface="Arial"/>
              </a:rPr>
              <a:t>  </a:t>
            </a:r>
            <a:r>
              <a:rPr dirty="0" sz="1300" b="1">
                <a:latin typeface="Arial"/>
                <a:cs typeface="Arial"/>
              </a:rPr>
              <a:t>de</a:t>
            </a:r>
            <a:r>
              <a:rPr dirty="0" sz="1300" spc="110" b="1">
                <a:latin typeface="Arial"/>
                <a:cs typeface="Arial"/>
              </a:rPr>
              <a:t>  </a:t>
            </a:r>
            <a:r>
              <a:rPr dirty="0" sz="1300" b="1">
                <a:latin typeface="Arial"/>
                <a:cs typeface="Arial"/>
              </a:rPr>
              <a:t>integração</a:t>
            </a:r>
            <a:r>
              <a:rPr dirty="0" sz="1300" spc="120" b="1">
                <a:latin typeface="Arial"/>
                <a:cs typeface="Arial"/>
              </a:rPr>
              <a:t>  </a:t>
            </a:r>
            <a:r>
              <a:rPr dirty="0" sz="1300" b="1">
                <a:latin typeface="Arial"/>
                <a:cs typeface="Arial"/>
              </a:rPr>
              <a:t>e</a:t>
            </a:r>
            <a:r>
              <a:rPr dirty="0" sz="1300" spc="114" b="1">
                <a:latin typeface="Arial"/>
                <a:cs typeface="Arial"/>
              </a:rPr>
              <a:t>  </a:t>
            </a:r>
            <a:r>
              <a:rPr dirty="0" sz="1300" b="1">
                <a:latin typeface="Arial"/>
                <a:cs typeface="Arial"/>
              </a:rPr>
              <a:t>análise</a:t>
            </a:r>
            <a:r>
              <a:rPr dirty="0" sz="1300" spc="114" b="1">
                <a:latin typeface="Arial"/>
                <a:cs typeface="Arial"/>
              </a:rPr>
              <a:t>  </a:t>
            </a:r>
            <a:r>
              <a:rPr dirty="0" sz="1300" b="1">
                <a:latin typeface="Arial"/>
                <a:cs typeface="Arial"/>
              </a:rPr>
              <a:t>de</a:t>
            </a:r>
            <a:r>
              <a:rPr dirty="0" sz="1300" spc="110" b="1">
                <a:latin typeface="Arial"/>
                <a:cs typeface="Arial"/>
              </a:rPr>
              <a:t>  </a:t>
            </a:r>
            <a:r>
              <a:rPr dirty="0" sz="1300" b="1">
                <a:latin typeface="Arial"/>
                <a:cs typeface="Arial"/>
              </a:rPr>
              <a:t>dados</a:t>
            </a:r>
            <a:r>
              <a:rPr dirty="0" sz="1300" spc="120" b="1">
                <a:latin typeface="Arial"/>
                <a:cs typeface="Arial"/>
              </a:rPr>
              <a:t>  </a:t>
            </a:r>
            <a:r>
              <a:rPr dirty="0" sz="1300" b="1">
                <a:latin typeface="Arial"/>
                <a:cs typeface="Arial"/>
              </a:rPr>
              <a:t>impacta</a:t>
            </a:r>
            <a:r>
              <a:rPr dirty="0" sz="1300" spc="110" b="1">
                <a:latin typeface="Arial"/>
                <a:cs typeface="Arial"/>
              </a:rPr>
              <a:t>  </a:t>
            </a:r>
            <a:r>
              <a:rPr dirty="0" sz="1300" b="1">
                <a:latin typeface="Arial"/>
                <a:cs typeface="Arial"/>
              </a:rPr>
              <a:t>diretamente</a:t>
            </a:r>
            <a:r>
              <a:rPr dirty="0" sz="1300" spc="114" b="1">
                <a:latin typeface="Arial"/>
                <a:cs typeface="Arial"/>
              </a:rPr>
              <a:t>  </a:t>
            </a:r>
            <a:r>
              <a:rPr dirty="0" sz="1300" spc="-25" b="1">
                <a:latin typeface="Arial"/>
                <a:cs typeface="Arial"/>
              </a:rPr>
              <a:t>na </a:t>
            </a:r>
            <a:r>
              <a:rPr dirty="0" sz="1300" b="1">
                <a:latin typeface="Arial"/>
                <a:cs typeface="Arial"/>
              </a:rPr>
              <a:t>capacidade</a:t>
            </a:r>
            <a:r>
              <a:rPr dirty="0" sz="1300" spc="114" b="1">
                <a:latin typeface="Arial"/>
                <a:cs typeface="Arial"/>
              </a:rPr>
              <a:t> </a:t>
            </a:r>
            <a:r>
              <a:rPr dirty="0" sz="1300" b="1">
                <a:latin typeface="Arial"/>
                <a:cs typeface="Arial"/>
              </a:rPr>
              <a:t>da</a:t>
            </a:r>
            <a:r>
              <a:rPr dirty="0" sz="1300" spc="110" b="1">
                <a:latin typeface="Arial"/>
                <a:cs typeface="Arial"/>
              </a:rPr>
              <a:t> </a:t>
            </a:r>
            <a:r>
              <a:rPr dirty="0" sz="1300" b="1">
                <a:latin typeface="Arial"/>
                <a:cs typeface="Arial"/>
              </a:rPr>
              <a:t>empresa</a:t>
            </a:r>
            <a:r>
              <a:rPr dirty="0" sz="1300" spc="120" b="1">
                <a:latin typeface="Arial"/>
                <a:cs typeface="Arial"/>
              </a:rPr>
              <a:t> </a:t>
            </a:r>
            <a:r>
              <a:rPr dirty="0" sz="1300" b="1">
                <a:latin typeface="Arial"/>
                <a:cs typeface="Arial"/>
              </a:rPr>
              <a:t>de</a:t>
            </a:r>
            <a:r>
              <a:rPr dirty="0" sz="1300" spc="110" b="1">
                <a:latin typeface="Arial"/>
                <a:cs typeface="Arial"/>
              </a:rPr>
              <a:t>  </a:t>
            </a:r>
            <a:r>
              <a:rPr dirty="0" sz="1300" b="1">
                <a:latin typeface="Arial"/>
                <a:cs typeface="Arial"/>
              </a:rPr>
              <a:t>compreender</a:t>
            </a:r>
            <a:r>
              <a:rPr dirty="0" sz="1300" spc="135" b="1">
                <a:latin typeface="Arial"/>
                <a:cs typeface="Arial"/>
              </a:rPr>
              <a:t> </a:t>
            </a:r>
            <a:r>
              <a:rPr dirty="0" sz="1300" b="1">
                <a:latin typeface="Arial"/>
                <a:cs typeface="Arial"/>
              </a:rPr>
              <a:t>o</a:t>
            </a:r>
            <a:r>
              <a:rPr dirty="0" sz="1300" spc="114" b="1">
                <a:latin typeface="Arial"/>
                <a:cs typeface="Arial"/>
              </a:rPr>
              <a:t> </a:t>
            </a:r>
            <a:r>
              <a:rPr dirty="0" sz="1300" b="1">
                <a:latin typeface="Arial"/>
                <a:cs typeface="Arial"/>
              </a:rPr>
              <a:t>comportamento</a:t>
            </a:r>
            <a:r>
              <a:rPr dirty="0" sz="1300" spc="114" b="1">
                <a:latin typeface="Arial"/>
                <a:cs typeface="Arial"/>
              </a:rPr>
              <a:t> </a:t>
            </a:r>
            <a:r>
              <a:rPr dirty="0" sz="1300" b="1">
                <a:latin typeface="Arial"/>
                <a:cs typeface="Arial"/>
              </a:rPr>
              <a:t>e</a:t>
            </a:r>
            <a:r>
              <a:rPr dirty="0" sz="1300" spc="120" b="1">
                <a:latin typeface="Arial"/>
                <a:cs typeface="Arial"/>
              </a:rPr>
              <a:t> </a:t>
            </a:r>
            <a:r>
              <a:rPr dirty="0" sz="1300" b="1">
                <a:latin typeface="Arial"/>
                <a:cs typeface="Arial"/>
              </a:rPr>
              <a:t>a</a:t>
            </a:r>
            <a:r>
              <a:rPr dirty="0" sz="1300" spc="114" b="1">
                <a:latin typeface="Arial"/>
                <a:cs typeface="Arial"/>
              </a:rPr>
              <a:t> </a:t>
            </a:r>
            <a:r>
              <a:rPr dirty="0" sz="1300" spc="-10" b="1">
                <a:latin typeface="Arial"/>
                <a:cs typeface="Arial"/>
              </a:rPr>
              <a:t>recorrência </a:t>
            </a:r>
            <a:r>
              <a:rPr dirty="0" sz="1300" b="1">
                <a:latin typeface="Arial"/>
                <a:cs typeface="Arial"/>
              </a:rPr>
              <a:t>dos</a:t>
            </a:r>
            <a:r>
              <a:rPr dirty="0" sz="1300" spc="-25" b="1">
                <a:latin typeface="Arial"/>
                <a:cs typeface="Arial"/>
              </a:rPr>
              <a:t> </a:t>
            </a:r>
            <a:r>
              <a:rPr dirty="0" sz="1300" b="1">
                <a:latin typeface="Arial"/>
                <a:cs typeface="Arial"/>
              </a:rPr>
              <a:t>clientes,</a:t>
            </a:r>
            <a:r>
              <a:rPr dirty="0" sz="1300" spc="-5" b="1">
                <a:latin typeface="Arial"/>
                <a:cs typeface="Arial"/>
              </a:rPr>
              <a:t> </a:t>
            </a:r>
            <a:r>
              <a:rPr dirty="0" sz="1300" b="1">
                <a:latin typeface="Arial"/>
                <a:cs typeface="Arial"/>
              </a:rPr>
              <a:t>identificar</a:t>
            </a:r>
            <a:r>
              <a:rPr dirty="0" sz="1300" spc="-5" b="1">
                <a:latin typeface="Arial"/>
                <a:cs typeface="Arial"/>
              </a:rPr>
              <a:t> </a:t>
            </a:r>
            <a:r>
              <a:rPr dirty="0" sz="1300" b="1">
                <a:latin typeface="Arial"/>
                <a:cs typeface="Arial"/>
              </a:rPr>
              <a:t>padrões</a:t>
            </a:r>
            <a:r>
              <a:rPr dirty="0" sz="1300" spc="-20" b="1">
                <a:latin typeface="Arial"/>
                <a:cs typeface="Arial"/>
              </a:rPr>
              <a:t> </a:t>
            </a:r>
            <a:r>
              <a:rPr dirty="0" sz="1300" b="1">
                <a:latin typeface="Arial"/>
                <a:cs typeface="Arial"/>
              </a:rPr>
              <a:t>de</a:t>
            </a:r>
            <a:r>
              <a:rPr dirty="0" sz="1300" spc="-20" b="1">
                <a:latin typeface="Arial"/>
                <a:cs typeface="Arial"/>
              </a:rPr>
              <a:t> </a:t>
            </a:r>
            <a:r>
              <a:rPr dirty="0" sz="1300" b="1">
                <a:latin typeface="Arial"/>
                <a:cs typeface="Arial"/>
              </a:rPr>
              <a:t>consumo e</a:t>
            </a:r>
            <a:r>
              <a:rPr dirty="0" sz="1300" spc="-10" b="1">
                <a:latin typeface="Arial"/>
                <a:cs typeface="Arial"/>
              </a:rPr>
              <a:t> </a:t>
            </a:r>
            <a:r>
              <a:rPr dirty="0" sz="1300" b="1">
                <a:latin typeface="Arial"/>
                <a:cs typeface="Arial"/>
              </a:rPr>
              <a:t>oportunidades</a:t>
            </a:r>
            <a:r>
              <a:rPr dirty="0" sz="1300" spc="-5" b="1">
                <a:latin typeface="Arial"/>
                <a:cs typeface="Arial"/>
              </a:rPr>
              <a:t> </a:t>
            </a:r>
            <a:r>
              <a:rPr dirty="0" sz="1300" b="1">
                <a:latin typeface="Arial"/>
                <a:cs typeface="Arial"/>
              </a:rPr>
              <a:t>de</a:t>
            </a:r>
            <a:r>
              <a:rPr dirty="0" sz="1300" spc="-20" b="1">
                <a:latin typeface="Arial"/>
                <a:cs typeface="Arial"/>
              </a:rPr>
              <a:t> </a:t>
            </a:r>
            <a:r>
              <a:rPr dirty="0" sz="1300" spc="-10" b="1">
                <a:latin typeface="Arial"/>
                <a:cs typeface="Arial"/>
              </a:rPr>
              <a:t>fidelização, </a:t>
            </a:r>
            <a:r>
              <a:rPr dirty="0" sz="1300" b="1">
                <a:latin typeface="Arial"/>
                <a:cs typeface="Arial"/>
              </a:rPr>
              <a:t>otimizar</a:t>
            </a:r>
            <a:r>
              <a:rPr dirty="0" sz="1300" spc="254" b="1">
                <a:latin typeface="Arial"/>
                <a:cs typeface="Arial"/>
              </a:rPr>
              <a:t> </a:t>
            </a:r>
            <a:r>
              <a:rPr dirty="0" sz="1300" b="1">
                <a:latin typeface="Arial"/>
                <a:cs typeface="Arial"/>
              </a:rPr>
              <a:t>estratégias</a:t>
            </a:r>
            <a:r>
              <a:rPr dirty="0" sz="1300" spc="270" b="1">
                <a:latin typeface="Arial"/>
                <a:cs typeface="Arial"/>
              </a:rPr>
              <a:t> </a:t>
            </a:r>
            <a:r>
              <a:rPr dirty="0" sz="1300" b="1">
                <a:latin typeface="Arial"/>
                <a:cs typeface="Arial"/>
              </a:rPr>
              <a:t>de</a:t>
            </a:r>
            <a:r>
              <a:rPr dirty="0" sz="1300" spc="265" b="1">
                <a:latin typeface="Arial"/>
                <a:cs typeface="Arial"/>
              </a:rPr>
              <a:t> </a:t>
            </a:r>
            <a:r>
              <a:rPr dirty="0" sz="1300" b="1">
                <a:latin typeface="Arial"/>
                <a:cs typeface="Arial"/>
              </a:rPr>
              <a:t>marketing,</a:t>
            </a:r>
            <a:r>
              <a:rPr dirty="0" sz="1300" spc="265" b="1">
                <a:latin typeface="Arial"/>
                <a:cs typeface="Arial"/>
              </a:rPr>
              <a:t> </a:t>
            </a:r>
            <a:r>
              <a:rPr dirty="0" sz="1300" b="1">
                <a:latin typeface="Arial"/>
                <a:cs typeface="Arial"/>
              </a:rPr>
              <a:t>logística,</a:t>
            </a:r>
            <a:r>
              <a:rPr dirty="0" sz="1300" spc="260" b="1">
                <a:latin typeface="Arial"/>
                <a:cs typeface="Arial"/>
              </a:rPr>
              <a:t> </a:t>
            </a:r>
            <a:r>
              <a:rPr dirty="0" sz="1300" b="1">
                <a:latin typeface="Arial"/>
                <a:cs typeface="Arial"/>
              </a:rPr>
              <a:t>gestão</a:t>
            </a:r>
            <a:r>
              <a:rPr dirty="0" sz="1300" spc="270" b="1">
                <a:latin typeface="Arial"/>
                <a:cs typeface="Arial"/>
              </a:rPr>
              <a:t> </a:t>
            </a:r>
            <a:r>
              <a:rPr dirty="0" sz="1300" b="1">
                <a:latin typeface="Arial"/>
                <a:cs typeface="Arial"/>
              </a:rPr>
              <a:t>financeira</a:t>
            </a:r>
            <a:r>
              <a:rPr dirty="0" sz="1300" spc="270" b="1">
                <a:latin typeface="Arial"/>
                <a:cs typeface="Arial"/>
              </a:rPr>
              <a:t> </a:t>
            </a:r>
            <a:r>
              <a:rPr dirty="0" sz="1300" b="1">
                <a:latin typeface="Arial"/>
                <a:cs typeface="Arial"/>
              </a:rPr>
              <a:t>e</a:t>
            </a:r>
            <a:r>
              <a:rPr dirty="0" sz="1300" spc="275" b="1">
                <a:latin typeface="Arial"/>
                <a:cs typeface="Arial"/>
              </a:rPr>
              <a:t> </a:t>
            </a:r>
            <a:r>
              <a:rPr dirty="0" sz="1300" b="1">
                <a:latin typeface="Arial"/>
                <a:cs typeface="Arial"/>
              </a:rPr>
              <a:t>acima</a:t>
            </a:r>
            <a:r>
              <a:rPr dirty="0" sz="1300" spc="285" b="1">
                <a:latin typeface="Arial"/>
                <a:cs typeface="Arial"/>
              </a:rPr>
              <a:t> </a:t>
            </a:r>
            <a:r>
              <a:rPr dirty="0" sz="1300" spc="-25" b="1">
                <a:latin typeface="Arial"/>
                <a:cs typeface="Arial"/>
              </a:rPr>
              <a:t>de </a:t>
            </a:r>
            <a:r>
              <a:rPr dirty="0" sz="1300" b="1">
                <a:latin typeface="Arial"/>
                <a:cs typeface="Arial"/>
              </a:rPr>
              <a:t>tudo</a:t>
            </a:r>
            <a:r>
              <a:rPr dirty="0" sz="1300" spc="-25" b="1">
                <a:latin typeface="Arial"/>
                <a:cs typeface="Arial"/>
              </a:rPr>
              <a:t> </a:t>
            </a:r>
            <a:r>
              <a:rPr dirty="0" sz="1300" b="1">
                <a:latin typeface="Arial"/>
                <a:cs typeface="Arial"/>
              </a:rPr>
              <a:t>tomar</a:t>
            </a:r>
            <a:r>
              <a:rPr dirty="0" sz="1300" spc="-25" b="1">
                <a:latin typeface="Arial"/>
                <a:cs typeface="Arial"/>
              </a:rPr>
              <a:t> </a:t>
            </a:r>
            <a:r>
              <a:rPr dirty="0" sz="1300" b="1">
                <a:latin typeface="Arial"/>
                <a:cs typeface="Arial"/>
              </a:rPr>
              <a:t>decisões</a:t>
            </a:r>
            <a:r>
              <a:rPr dirty="0" sz="1300" spc="-20" b="1">
                <a:latin typeface="Arial"/>
                <a:cs typeface="Arial"/>
              </a:rPr>
              <a:t> </a:t>
            </a:r>
            <a:r>
              <a:rPr dirty="0" sz="1300" b="1">
                <a:latin typeface="Arial"/>
                <a:cs typeface="Arial"/>
              </a:rPr>
              <a:t>baseadas</a:t>
            </a:r>
            <a:r>
              <a:rPr dirty="0" sz="1300" spc="-35" b="1">
                <a:latin typeface="Arial"/>
                <a:cs typeface="Arial"/>
              </a:rPr>
              <a:t> </a:t>
            </a:r>
            <a:r>
              <a:rPr dirty="0" sz="1300" b="1">
                <a:latin typeface="Arial"/>
                <a:cs typeface="Arial"/>
              </a:rPr>
              <a:t>em</a:t>
            </a:r>
            <a:r>
              <a:rPr dirty="0" sz="1300" spc="-40" b="1">
                <a:latin typeface="Arial"/>
                <a:cs typeface="Arial"/>
              </a:rPr>
              <a:t> </a:t>
            </a:r>
            <a:r>
              <a:rPr dirty="0" sz="1300" spc="-10" b="1">
                <a:latin typeface="Arial"/>
                <a:cs typeface="Arial"/>
              </a:rPr>
              <a:t>fatos.</a:t>
            </a:r>
            <a:endParaRPr sz="1300">
              <a:latin typeface="Arial"/>
              <a:cs typeface="Arial"/>
            </a:endParaRPr>
          </a:p>
        </p:txBody>
      </p:sp>
      <p:sp>
        <p:nvSpPr>
          <p:cNvPr id="6" name="object 6" descr=""/>
          <p:cNvSpPr txBox="1"/>
          <p:nvPr/>
        </p:nvSpPr>
        <p:spPr>
          <a:xfrm>
            <a:off x="323254" y="16349921"/>
            <a:ext cx="2018030" cy="307340"/>
          </a:xfrm>
          <a:prstGeom prst="rect">
            <a:avLst/>
          </a:prstGeom>
        </p:spPr>
        <p:txBody>
          <a:bodyPr wrap="square" lIns="0" tIns="12700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 sz="1850" b="1">
                <a:latin typeface="Arial"/>
                <a:cs typeface="Arial"/>
              </a:rPr>
              <a:t>Solução</a:t>
            </a:r>
            <a:r>
              <a:rPr dirty="0" sz="1850" spc="5" b="1">
                <a:latin typeface="Arial"/>
                <a:cs typeface="Arial"/>
              </a:rPr>
              <a:t> </a:t>
            </a:r>
            <a:r>
              <a:rPr dirty="0" sz="1850" spc="-10" b="1">
                <a:latin typeface="Arial"/>
                <a:cs typeface="Arial"/>
              </a:rPr>
              <a:t>proposta</a:t>
            </a:r>
            <a:endParaRPr sz="1850">
              <a:latin typeface="Arial"/>
              <a:cs typeface="Arial"/>
            </a:endParaRPr>
          </a:p>
        </p:txBody>
      </p:sp>
      <p:sp>
        <p:nvSpPr>
          <p:cNvPr id="7" name="object 7" descr=""/>
          <p:cNvSpPr txBox="1"/>
          <p:nvPr/>
        </p:nvSpPr>
        <p:spPr>
          <a:xfrm>
            <a:off x="323254" y="16954152"/>
            <a:ext cx="6141720" cy="1838960"/>
          </a:xfrm>
          <a:prstGeom prst="rect">
            <a:avLst/>
          </a:prstGeom>
        </p:spPr>
        <p:txBody>
          <a:bodyPr wrap="square" lIns="0" tIns="12700" rIns="0" bIns="0" rtlCol="0" vert="horz">
            <a:spAutoFit/>
          </a:bodyPr>
          <a:lstStyle/>
          <a:p>
            <a:pPr marL="12700" marR="7620" indent="859155">
              <a:lnSpc>
                <a:spcPct val="107500"/>
              </a:lnSpc>
              <a:spcBef>
                <a:spcPts val="100"/>
              </a:spcBef>
            </a:pPr>
            <a:r>
              <a:rPr dirty="0" sz="1300" b="1">
                <a:latin typeface="Arial"/>
                <a:cs typeface="Arial"/>
              </a:rPr>
              <a:t>Chegamos</a:t>
            </a:r>
            <a:r>
              <a:rPr dirty="0" sz="1300" spc="55" b="1">
                <a:latin typeface="Arial"/>
                <a:cs typeface="Arial"/>
              </a:rPr>
              <a:t> </a:t>
            </a:r>
            <a:r>
              <a:rPr dirty="0" sz="1300" b="1">
                <a:latin typeface="Arial"/>
                <a:cs typeface="Arial"/>
              </a:rPr>
              <a:t>a</a:t>
            </a:r>
            <a:r>
              <a:rPr dirty="0" sz="1300" spc="35" b="1">
                <a:latin typeface="Arial"/>
                <a:cs typeface="Arial"/>
              </a:rPr>
              <a:t> </a:t>
            </a:r>
            <a:r>
              <a:rPr dirty="0" sz="1300" b="1">
                <a:latin typeface="Arial"/>
                <a:cs typeface="Arial"/>
              </a:rPr>
              <a:t>solução</a:t>
            </a:r>
            <a:r>
              <a:rPr dirty="0" sz="1300" spc="30" b="1">
                <a:latin typeface="Arial"/>
                <a:cs typeface="Arial"/>
              </a:rPr>
              <a:t> </a:t>
            </a:r>
            <a:r>
              <a:rPr dirty="0" sz="1300" b="1">
                <a:latin typeface="Arial"/>
                <a:cs typeface="Arial"/>
              </a:rPr>
              <a:t>de</a:t>
            </a:r>
            <a:r>
              <a:rPr dirty="0" sz="1300" spc="35" b="1">
                <a:latin typeface="Arial"/>
                <a:cs typeface="Arial"/>
              </a:rPr>
              <a:t> </a:t>
            </a:r>
            <a:r>
              <a:rPr dirty="0" sz="1300" b="1">
                <a:latin typeface="Arial"/>
                <a:cs typeface="Arial"/>
              </a:rPr>
              <a:t>fornecer</a:t>
            </a:r>
            <a:r>
              <a:rPr dirty="0" sz="1300" spc="40" b="1">
                <a:latin typeface="Arial"/>
                <a:cs typeface="Arial"/>
              </a:rPr>
              <a:t> </a:t>
            </a:r>
            <a:r>
              <a:rPr dirty="0" sz="1300" b="1">
                <a:latin typeface="Arial"/>
                <a:cs typeface="Arial"/>
              </a:rPr>
              <a:t>à</a:t>
            </a:r>
            <a:r>
              <a:rPr dirty="0" sz="1300" spc="40" b="1">
                <a:latin typeface="Arial"/>
                <a:cs typeface="Arial"/>
              </a:rPr>
              <a:t> </a:t>
            </a:r>
            <a:r>
              <a:rPr dirty="0" sz="1300" b="1">
                <a:latin typeface="Arial"/>
                <a:cs typeface="Arial"/>
              </a:rPr>
              <a:t>Cannoli</a:t>
            </a:r>
            <a:r>
              <a:rPr dirty="0" sz="1300" spc="30" b="1">
                <a:latin typeface="Arial"/>
                <a:cs typeface="Arial"/>
              </a:rPr>
              <a:t> </a:t>
            </a:r>
            <a:r>
              <a:rPr dirty="0" sz="1300" b="1">
                <a:latin typeface="Arial"/>
                <a:cs typeface="Arial"/>
              </a:rPr>
              <a:t>Food</a:t>
            </a:r>
            <a:r>
              <a:rPr dirty="0" sz="1300" spc="20" b="1">
                <a:latin typeface="Arial"/>
                <a:cs typeface="Arial"/>
              </a:rPr>
              <a:t> </a:t>
            </a:r>
            <a:r>
              <a:rPr dirty="0" sz="1300" b="1">
                <a:latin typeface="Arial"/>
                <a:cs typeface="Arial"/>
              </a:rPr>
              <a:t>Tech</a:t>
            </a:r>
            <a:r>
              <a:rPr dirty="0" sz="1300" spc="25" b="1">
                <a:latin typeface="Arial"/>
                <a:cs typeface="Arial"/>
              </a:rPr>
              <a:t> </a:t>
            </a:r>
            <a:r>
              <a:rPr dirty="0" sz="1300" b="1">
                <a:latin typeface="Arial"/>
                <a:cs typeface="Arial"/>
              </a:rPr>
              <a:t>uma</a:t>
            </a:r>
            <a:r>
              <a:rPr dirty="0" sz="1300" spc="45" b="1">
                <a:latin typeface="Arial"/>
                <a:cs typeface="Arial"/>
              </a:rPr>
              <a:t> </a:t>
            </a:r>
            <a:r>
              <a:rPr dirty="0" sz="1300" spc="-10" b="1">
                <a:latin typeface="Arial"/>
                <a:cs typeface="Arial"/>
              </a:rPr>
              <a:t>forma </a:t>
            </a:r>
            <a:r>
              <a:rPr dirty="0" sz="1300" b="1">
                <a:latin typeface="Arial"/>
                <a:cs typeface="Arial"/>
              </a:rPr>
              <a:t>inteligente</a:t>
            </a:r>
            <a:r>
              <a:rPr dirty="0" sz="1300" spc="305" b="1">
                <a:latin typeface="Arial"/>
                <a:cs typeface="Arial"/>
              </a:rPr>
              <a:t> </a:t>
            </a:r>
            <a:r>
              <a:rPr dirty="0" sz="1300" b="1">
                <a:latin typeface="Arial"/>
                <a:cs typeface="Arial"/>
              </a:rPr>
              <a:t>e</a:t>
            </a:r>
            <a:r>
              <a:rPr dirty="0" sz="1300" spc="300" b="1">
                <a:latin typeface="Arial"/>
                <a:cs typeface="Arial"/>
              </a:rPr>
              <a:t> </a:t>
            </a:r>
            <a:r>
              <a:rPr dirty="0" sz="1300" b="1">
                <a:latin typeface="Arial"/>
                <a:cs typeface="Arial"/>
              </a:rPr>
              <a:t>acessível</a:t>
            </a:r>
            <a:r>
              <a:rPr dirty="0" sz="1300" spc="305" b="1">
                <a:latin typeface="Arial"/>
                <a:cs typeface="Arial"/>
              </a:rPr>
              <a:t> </a:t>
            </a:r>
            <a:r>
              <a:rPr dirty="0" sz="1300" b="1">
                <a:latin typeface="Arial"/>
                <a:cs typeface="Arial"/>
              </a:rPr>
              <a:t>para</a:t>
            </a:r>
            <a:r>
              <a:rPr dirty="0" sz="1300" spc="310" b="1">
                <a:latin typeface="Arial"/>
                <a:cs typeface="Arial"/>
              </a:rPr>
              <a:t> </a:t>
            </a:r>
            <a:r>
              <a:rPr dirty="0" sz="1300" b="1">
                <a:latin typeface="Arial"/>
                <a:cs typeface="Arial"/>
              </a:rPr>
              <a:t>transformar</a:t>
            </a:r>
            <a:r>
              <a:rPr dirty="0" sz="1300" spc="320" b="1">
                <a:latin typeface="Arial"/>
                <a:cs typeface="Arial"/>
              </a:rPr>
              <a:t> </a:t>
            </a:r>
            <a:r>
              <a:rPr dirty="0" sz="1300" b="1">
                <a:latin typeface="Arial"/>
                <a:cs typeface="Arial"/>
              </a:rPr>
              <a:t>dados</a:t>
            </a:r>
            <a:r>
              <a:rPr dirty="0" sz="1300" spc="320" b="1">
                <a:latin typeface="Arial"/>
                <a:cs typeface="Arial"/>
              </a:rPr>
              <a:t> </a:t>
            </a:r>
            <a:r>
              <a:rPr dirty="0" sz="1300" b="1">
                <a:latin typeface="Arial"/>
                <a:cs typeface="Arial"/>
              </a:rPr>
              <a:t>operacionais</a:t>
            </a:r>
            <a:r>
              <a:rPr dirty="0" sz="1300" spc="300" b="1">
                <a:latin typeface="Arial"/>
                <a:cs typeface="Arial"/>
              </a:rPr>
              <a:t> </a:t>
            </a:r>
            <a:r>
              <a:rPr dirty="0" sz="1300" b="1">
                <a:latin typeface="Arial"/>
                <a:cs typeface="Arial"/>
              </a:rPr>
              <a:t>em</a:t>
            </a:r>
            <a:r>
              <a:rPr dirty="0" sz="1300" spc="295" b="1">
                <a:latin typeface="Arial"/>
                <a:cs typeface="Arial"/>
              </a:rPr>
              <a:t> </a:t>
            </a:r>
            <a:r>
              <a:rPr dirty="0" sz="1300" spc="-10" b="1">
                <a:latin typeface="Arial"/>
                <a:cs typeface="Arial"/>
              </a:rPr>
              <a:t>decisões</a:t>
            </a:r>
            <a:endParaRPr sz="1300">
              <a:latin typeface="Arial"/>
              <a:cs typeface="Arial"/>
            </a:endParaRPr>
          </a:p>
          <a:p>
            <a:pPr marL="2562225">
              <a:lnSpc>
                <a:spcPts val="1535"/>
              </a:lnSpc>
            </a:pPr>
            <a:r>
              <a:rPr dirty="0" sz="1300" spc="-10" b="1">
                <a:latin typeface="Arial"/>
                <a:cs typeface="Arial"/>
              </a:rPr>
              <a:t>estratégicas.</a:t>
            </a:r>
            <a:endParaRPr sz="1300">
              <a:latin typeface="Arial"/>
              <a:cs typeface="Arial"/>
            </a:endParaRPr>
          </a:p>
          <a:p>
            <a:pPr algn="just" marL="12700" marR="6985" indent="45720">
              <a:lnSpc>
                <a:spcPts val="1570"/>
              </a:lnSpc>
              <a:spcBef>
                <a:spcPts val="55"/>
              </a:spcBef>
            </a:pPr>
            <a:r>
              <a:rPr dirty="0" sz="1300" b="1">
                <a:latin typeface="Arial"/>
                <a:cs typeface="Arial"/>
              </a:rPr>
              <a:t>Com</a:t>
            </a:r>
            <a:r>
              <a:rPr dirty="0" sz="1300" spc="195" b="1">
                <a:latin typeface="Arial"/>
                <a:cs typeface="Arial"/>
              </a:rPr>
              <a:t>  </a:t>
            </a:r>
            <a:r>
              <a:rPr dirty="0" sz="1300" b="1">
                <a:latin typeface="Arial"/>
                <a:cs typeface="Arial"/>
              </a:rPr>
              <a:t>a</a:t>
            </a:r>
            <a:r>
              <a:rPr dirty="0" sz="1300" spc="195" b="1">
                <a:latin typeface="Arial"/>
                <a:cs typeface="Arial"/>
              </a:rPr>
              <a:t>  </a:t>
            </a:r>
            <a:r>
              <a:rPr dirty="0" sz="1300" b="1">
                <a:latin typeface="Arial"/>
                <a:cs typeface="Arial"/>
              </a:rPr>
              <a:t>Datalivery,</a:t>
            </a:r>
            <a:r>
              <a:rPr dirty="0" sz="1300" spc="195" b="1">
                <a:latin typeface="Arial"/>
                <a:cs typeface="Arial"/>
              </a:rPr>
              <a:t>  </a:t>
            </a:r>
            <a:r>
              <a:rPr dirty="0" sz="1300" b="1">
                <a:latin typeface="Arial"/>
                <a:cs typeface="Arial"/>
              </a:rPr>
              <a:t>vamos</a:t>
            </a:r>
            <a:r>
              <a:rPr dirty="0" sz="1300" spc="195" b="1">
                <a:latin typeface="Arial"/>
                <a:cs typeface="Arial"/>
              </a:rPr>
              <a:t>  </a:t>
            </a:r>
            <a:r>
              <a:rPr dirty="0" sz="1300" b="1">
                <a:latin typeface="Arial"/>
                <a:cs typeface="Arial"/>
              </a:rPr>
              <a:t>auxiliar</a:t>
            </a:r>
            <a:r>
              <a:rPr dirty="0" sz="1300" spc="204" b="1">
                <a:latin typeface="Arial"/>
                <a:cs typeface="Arial"/>
              </a:rPr>
              <a:t>  </a:t>
            </a:r>
            <a:r>
              <a:rPr dirty="0" sz="1300" b="1">
                <a:latin typeface="Arial"/>
                <a:cs typeface="Arial"/>
              </a:rPr>
              <a:t>a</a:t>
            </a:r>
            <a:r>
              <a:rPr dirty="0" sz="1300" spc="195" b="1">
                <a:latin typeface="Arial"/>
                <a:cs typeface="Arial"/>
              </a:rPr>
              <a:t>  </a:t>
            </a:r>
            <a:r>
              <a:rPr dirty="0" sz="1300" b="1">
                <a:latin typeface="Arial"/>
                <a:cs typeface="Arial"/>
              </a:rPr>
              <a:t>empresa</a:t>
            </a:r>
            <a:r>
              <a:rPr dirty="0" sz="1300" spc="200" b="1">
                <a:latin typeface="Arial"/>
                <a:cs typeface="Arial"/>
              </a:rPr>
              <a:t>  </a:t>
            </a:r>
            <a:r>
              <a:rPr dirty="0" sz="1300" b="1">
                <a:latin typeface="Arial"/>
                <a:cs typeface="Arial"/>
              </a:rPr>
              <a:t>a</a:t>
            </a:r>
            <a:r>
              <a:rPr dirty="0" sz="1300" spc="200" b="1">
                <a:latin typeface="Arial"/>
                <a:cs typeface="Arial"/>
              </a:rPr>
              <a:t>  </a:t>
            </a:r>
            <a:r>
              <a:rPr dirty="0" sz="1300" b="1">
                <a:latin typeface="Arial"/>
                <a:cs typeface="Arial"/>
              </a:rPr>
              <a:t>entender</a:t>
            </a:r>
            <a:r>
              <a:rPr dirty="0" sz="1300" spc="190" b="1">
                <a:latin typeface="Arial"/>
                <a:cs typeface="Arial"/>
              </a:rPr>
              <a:t>  </a:t>
            </a:r>
            <a:r>
              <a:rPr dirty="0" sz="1300" b="1">
                <a:latin typeface="Arial"/>
                <a:cs typeface="Arial"/>
              </a:rPr>
              <a:t>melhor</a:t>
            </a:r>
            <a:r>
              <a:rPr dirty="0" sz="1300" spc="200" b="1">
                <a:latin typeface="Arial"/>
                <a:cs typeface="Arial"/>
              </a:rPr>
              <a:t>  </a:t>
            </a:r>
            <a:r>
              <a:rPr dirty="0" sz="1300" spc="-50" b="1">
                <a:latin typeface="Arial"/>
                <a:cs typeface="Arial"/>
              </a:rPr>
              <a:t>o </a:t>
            </a:r>
            <a:r>
              <a:rPr dirty="0" sz="1300" b="1">
                <a:latin typeface="Arial"/>
                <a:cs typeface="Arial"/>
              </a:rPr>
              <a:t>comportamento</a:t>
            </a:r>
            <a:r>
              <a:rPr dirty="0" sz="1300" spc="-40" b="1">
                <a:latin typeface="Arial"/>
                <a:cs typeface="Arial"/>
              </a:rPr>
              <a:t> </a:t>
            </a:r>
            <a:r>
              <a:rPr dirty="0" sz="1300" b="1">
                <a:latin typeface="Arial"/>
                <a:cs typeface="Arial"/>
              </a:rPr>
              <a:t>de</a:t>
            </a:r>
            <a:r>
              <a:rPr dirty="0" sz="1300" spc="-35" b="1">
                <a:latin typeface="Arial"/>
                <a:cs typeface="Arial"/>
              </a:rPr>
              <a:t> </a:t>
            </a:r>
            <a:r>
              <a:rPr dirty="0" sz="1300" b="1">
                <a:latin typeface="Arial"/>
                <a:cs typeface="Arial"/>
              </a:rPr>
              <a:t>seus</a:t>
            </a:r>
            <a:r>
              <a:rPr dirty="0" sz="1300" spc="-45" b="1">
                <a:latin typeface="Arial"/>
                <a:cs typeface="Arial"/>
              </a:rPr>
              <a:t> </a:t>
            </a:r>
            <a:r>
              <a:rPr dirty="0" sz="1300" spc="-10" b="1">
                <a:latin typeface="Arial"/>
                <a:cs typeface="Arial"/>
              </a:rPr>
              <a:t>clientes.</a:t>
            </a:r>
            <a:endParaRPr sz="1300">
              <a:latin typeface="Arial"/>
              <a:cs typeface="Arial"/>
            </a:endParaRPr>
          </a:p>
          <a:p>
            <a:pPr algn="just" marL="12700">
              <a:lnSpc>
                <a:spcPts val="1520"/>
              </a:lnSpc>
            </a:pPr>
            <a:r>
              <a:rPr dirty="0" sz="1300" b="1">
                <a:latin typeface="Arial"/>
                <a:cs typeface="Arial"/>
              </a:rPr>
              <a:t>Queremos</a:t>
            </a:r>
            <a:r>
              <a:rPr dirty="0" sz="1300" spc="85" b="1">
                <a:latin typeface="Arial"/>
                <a:cs typeface="Arial"/>
              </a:rPr>
              <a:t> </a:t>
            </a:r>
            <a:r>
              <a:rPr dirty="0" sz="1300" b="1">
                <a:latin typeface="Arial"/>
                <a:cs typeface="Arial"/>
              </a:rPr>
              <a:t>que</a:t>
            </a:r>
            <a:r>
              <a:rPr dirty="0" sz="1300" spc="70" b="1">
                <a:latin typeface="Arial"/>
                <a:cs typeface="Arial"/>
              </a:rPr>
              <a:t> </a:t>
            </a:r>
            <a:r>
              <a:rPr dirty="0" sz="1300" b="1">
                <a:latin typeface="Arial"/>
                <a:cs typeface="Arial"/>
              </a:rPr>
              <a:t>os</a:t>
            </a:r>
            <a:r>
              <a:rPr dirty="0" sz="1300" spc="75" b="1">
                <a:latin typeface="Arial"/>
                <a:cs typeface="Arial"/>
              </a:rPr>
              <a:t> </a:t>
            </a:r>
            <a:r>
              <a:rPr dirty="0" sz="1300" b="1">
                <a:latin typeface="Arial"/>
                <a:cs typeface="Arial"/>
              </a:rPr>
              <a:t>gestores</a:t>
            </a:r>
            <a:r>
              <a:rPr dirty="0" sz="1300" spc="95" b="1">
                <a:latin typeface="Arial"/>
                <a:cs typeface="Arial"/>
              </a:rPr>
              <a:t> </a:t>
            </a:r>
            <a:r>
              <a:rPr dirty="0" sz="1300" b="1">
                <a:latin typeface="Arial"/>
                <a:cs typeface="Arial"/>
              </a:rPr>
              <a:t>tenham</a:t>
            </a:r>
            <a:r>
              <a:rPr dirty="0" sz="1300" spc="85" b="1">
                <a:latin typeface="Arial"/>
                <a:cs typeface="Arial"/>
              </a:rPr>
              <a:t> </a:t>
            </a:r>
            <a:r>
              <a:rPr dirty="0" sz="1300" b="1">
                <a:latin typeface="Arial"/>
                <a:cs typeface="Arial"/>
              </a:rPr>
              <a:t>uma</a:t>
            </a:r>
            <a:r>
              <a:rPr dirty="0" sz="1300" spc="85" b="1">
                <a:latin typeface="Arial"/>
                <a:cs typeface="Arial"/>
              </a:rPr>
              <a:t> </a:t>
            </a:r>
            <a:r>
              <a:rPr dirty="0" sz="1300" b="1">
                <a:latin typeface="Arial"/>
                <a:cs typeface="Arial"/>
              </a:rPr>
              <a:t>visão</a:t>
            </a:r>
            <a:r>
              <a:rPr dirty="0" sz="1300" spc="80" b="1">
                <a:latin typeface="Arial"/>
                <a:cs typeface="Arial"/>
              </a:rPr>
              <a:t> </a:t>
            </a:r>
            <a:r>
              <a:rPr dirty="0" sz="1300" b="1">
                <a:latin typeface="Arial"/>
                <a:cs typeface="Arial"/>
              </a:rPr>
              <a:t>completa</a:t>
            </a:r>
            <a:r>
              <a:rPr dirty="0" sz="1300" spc="100" b="1">
                <a:latin typeface="Arial"/>
                <a:cs typeface="Arial"/>
              </a:rPr>
              <a:t> </a:t>
            </a:r>
            <a:r>
              <a:rPr dirty="0" sz="1300" b="1">
                <a:latin typeface="Arial"/>
                <a:cs typeface="Arial"/>
              </a:rPr>
              <a:t>do</a:t>
            </a:r>
            <a:r>
              <a:rPr dirty="0" sz="1300" spc="75" b="1">
                <a:latin typeface="Arial"/>
                <a:cs typeface="Arial"/>
              </a:rPr>
              <a:t> </a:t>
            </a:r>
            <a:r>
              <a:rPr dirty="0" sz="1300" b="1">
                <a:latin typeface="Arial"/>
                <a:cs typeface="Arial"/>
              </a:rPr>
              <a:t>desempenho</a:t>
            </a:r>
            <a:r>
              <a:rPr dirty="0" sz="1300" spc="90" b="1">
                <a:latin typeface="Arial"/>
                <a:cs typeface="Arial"/>
              </a:rPr>
              <a:t> </a:t>
            </a:r>
            <a:r>
              <a:rPr dirty="0" sz="1300" spc="-25" b="1">
                <a:latin typeface="Arial"/>
                <a:cs typeface="Arial"/>
              </a:rPr>
              <a:t>do</a:t>
            </a:r>
            <a:endParaRPr sz="1300">
              <a:latin typeface="Arial"/>
              <a:cs typeface="Arial"/>
            </a:endParaRPr>
          </a:p>
          <a:p>
            <a:pPr algn="just" marL="12700" marR="6985">
              <a:lnSpc>
                <a:spcPct val="99600"/>
              </a:lnSpc>
              <a:spcBef>
                <a:spcPts val="15"/>
              </a:spcBef>
            </a:pPr>
            <a:r>
              <a:rPr dirty="0" sz="1300" b="1">
                <a:latin typeface="Arial"/>
                <a:cs typeface="Arial"/>
              </a:rPr>
              <a:t>negócio,</a:t>
            </a:r>
            <a:r>
              <a:rPr dirty="0" sz="1300" spc="170" b="1">
                <a:latin typeface="Arial"/>
                <a:cs typeface="Arial"/>
              </a:rPr>
              <a:t>  </a:t>
            </a:r>
            <a:r>
              <a:rPr dirty="0" sz="1300" b="1">
                <a:latin typeface="Arial"/>
                <a:cs typeface="Arial"/>
              </a:rPr>
              <a:t>com</a:t>
            </a:r>
            <a:r>
              <a:rPr dirty="0" sz="1300" spc="170" b="1">
                <a:latin typeface="Arial"/>
                <a:cs typeface="Arial"/>
              </a:rPr>
              <a:t>  </a:t>
            </a:r>
            <a:r>
              <a:rPr dirty="0" sz="1300" b="1">
                <a:latin typeface="Arial"/>
                <a:cs typeface="Arial"/>
              </a:rPr>
              <a:t>informações</a:t>
            </a:r>
            <a:r>
              <a:rPr dirty="0" sz="1300" spc="165" b="1">
                <a:latin typeface="Arial"/>
                <a:cs typeface="Arial"/>
              </a:rPr>
              <a:t>  </a:t>
            </a:r>
            <a:r>
              <a:rPr dirty="0" sz="1300" b="1">
                <a:latin typeface="Arial"/>
                <a:cs typeface="Arial"/>
              </a:rPr>
              <a:t>em</a:t>
            </a:r>
            <a:r>
              <a:rPr dirty="0" sz="1300" spc="170" b="1">
                <a:latin typeface="Arial"/>
                <a:cs typeface="Arial"/>
              </a:rPr>
              <a:t>  </a:t>
            </a:r>
            <a:r>
              <a:rPr dirty="0" sz="1300" b="1">
                <a:latin typeface="Arial"/>
                <a:cs typeface="Arial"/>
              </a:rPr>
              <a:t>tempo</a:t>
            </a:r>
            <a:r>
              <a:rPr dirty="0" sz="1300" spc="175" b="1">
                <a:latin typeface="Arial"/>
                <a:cs typeface="Arial"/>
              </a:rPr>
              <a:t>  </a:t>
            </a:r>
            <a:r>
              <a:rPr dirty="0" sz="1300" b="1">
                <a:latin typeface="Arial"/>
                <a:cs typeface="Arial"/>
              </a:rPr>
              <a:t>real</a:t>
            </a:r>
            <a:r>
              <a:rPr dirty="0" sz="1300" spc="175" b="1">
                <a:latin typeface="Arial"/>
                <a:cs typeface="Arial"/>
              </a:rPr>
              <a:t>  </a:t>
            </a:r>
            <a:r>
              <a:rPr dirty="0" sz="1300" b="1">
                <a:latin typeface="Arial"/>
                <a:cs typeface="Arial"/>
              </a:rPr>
              <a:t>sobre</a:t>
            </a:r>
            <a:r>
              <a:rPr dirty="0" sz="1300" spc="170" b="1">
                <a:latin typeface="Arial"/>
                <a:cs typeface="Arial"/>
              </a:rPr>
              <a:t>  </a:t>
            </a:r>
            <a:r>
              <a:rPr dirty="0" sz="1300" b="1">
                <a:latin typeface="Arial"/>
                <a:cs typeface="Arial"/>
              </a:rPr>
              <a:t>vendas,</a:t>
            </a:r>
            <a:r>
              <a:rPr dirty="0" sz="1300" spc="170" b="1">
                <a:latin typeface="Arial"/>
                <a:cs typeface="Arial"/>
              </a:rPr>
              <a:t>  </a:t>
            </a:r>
            <a:r>
              <a:rPr dirty="0" sz="1300" spc="-10" b="1">
                <a:latin typeface="Arial"/>
                <a:cs typeface="Arial"/>
              </a:rPr>
              <a:t>fidelização, </a:t>
            </a:r>
            <a:r>
              <a:rPr dirty="0" sz="1300" b="1">
                <a:latin typeface="Arial"/>
                <a:cs typeface="Arial"/>
              </a:rPr>
              <a:t>satisfação</a:t>
            </a:r>
            <a:r>
              <a:rPr dirty="0" sz="1300" spc="450" b="1">
                <a:latin typeface="Arial"/>
                <a:cs typeface="Arial"/>
              </a:rPr>
              <a:t> </a:t>
            </a:r>
            <a:r>
              <a:rPr dirty="0" sz="1300" b="1">
                <a:latin typeface="Arial"/>
                <a:cs typeface="Arial"/>
              </a:rPr>
              <a:t>e</a:t>
            </a:r>
            <a:r>
              <a:rPr dirty="0" sz="1300" spc="440" b="1">
                <a:latin typeface="Arial"/>
                <a:cs typeface="Arial"/>
              </a:rPr>
              <a:t> </a:t>
            </a:r>
            <a:r>
              <a:rPr dirty="0" sz="1300" b="1">
                <a:latin typeface="Arial"/>
                <a:cs typeface="Arial"/>
              </a:rPr>
              <a:t>engajamento.</a:t>
            </a:r>
            <a:r>
              <a:rPr dirty="0" sz="1300" spc="434" b="1">
                <a:latin typeface="Arial"/>
                <a:cs typeface="Arial"/>
              </a:rPr>
              <a:t> </a:t>
            </a:r>
            <a:r>
              <a:rPr dirty="0" sz="1300" b="1">
                <a:latin typeface="Arial"/>
                <a:cs typeface="Arial"/>
              </a:rPr>
              <a:t>Assim,</a:t>
            </a:r>
            <a:r>
              <a:rPr dirty="0" sz="1300" spc="450" b="1">
                <a:latin typeface="Arial"/>
                <a:cs typeface="Arial"/>
              </a:rPr>
              <a:t> </a:t>
            </a:r>
            <a:r>
              <a:rPr dirty="0" sz="1300" b="1">
                <a:latin typeface="Arial"/>
                <a:cs typeface="Arial"/>
              </a:rPr>
              <a:t>é</a:t>
            </a:r>
            <a:r>
              <a:rPr dirty="0" sz="1300" spc="440" b="1">
                <a:latin typeface="Arial"/>
                <a:cs typeface="Arial"/>
              </a:rPr>
              <a:t> </a:t>
            </a:r>
            <a:r>
              <a:rPr dirty="0" sz="1300" b="1">
                <a:latin typeface="Arial"/>
                <a:cs typeface="Arial"/>
              </a:rPr>
              <a:t>possível</a:t>
            </a:r>
            <a:r>
              <a:rPr dirty="0" sz="1300" spc="450" b="1">
                <a:latin typeface="Arial"/>
                <a:cs typeface="Arial"/>
              </a:rPr>
              <a:t> </a:t>
            </a:r>
            <a:r>
              <a:rPr dirty="0" sz="1300" b="1">
                <a:latin typeface="Arial"/>
                <a:cs typeface="Arial"/>
              </a:rPr>
              <a:t>identificar</a:t>
            </a:r>
            <a:r>
              <a:rPr dirty="0" sz="1300" spc="455" b="1">
                <a:latin typeface="Arial"/>
                <a:cs typeface="Arial"/>
              </a:rPr>
              <a:t> </a:t>
            </a:r>
            <a:r>
              <a:rPr dirty="0" sz="1300" b="1">
                <a:latin typeface="Arial"/>
                <a:cs typeface="Arial"/>
              </a:rPr>
              <a:t>padrões,</a:t>
            </a:r>
            <a:r>
              <a:rPr dirty="0" sz="1300" spc="425" b="1">
                <a:latin typeface="Arial"/>
                <a:cs typeface="Arial"/>
              </a:rPr>
              <a:t> </a:t>
            </a:r>
            <a:r>
              <a:rPr dirty="0" sz="1300" spc="-10" b="1">
                <a:latin typeface="Arial"/>
                <a:cs typeface="Arial"/>
              </a:rPr>
              <a:t>prever </a:t>
            </a:r>
            <a:r>
              <a:rPr dirty="0" sz="1300" b="1">
                <a:latin typeface="Arial"/>
                <a:cs typeface="Arial"/>
              </a:rPr>
              <a:t>demandas</a:t>
            </a:r>
            <a:r>
              <a:rPr dirty="0" sz="1300" spc="-15" b="1">
                <a:latin typeface="Arial"/>
                <a:cs typeface="Arial"/>
              </a:rPr>
              <a:t> </a:t>
            </a:r>
            <a:r>
              <a:rPr dirty="0" sz="1300" b="1">
                <a:latin typeface="Arial"/>
                <a:cs typeface="Arial"/>
              </a:rPr>
              <a:t>e</a:t>
            </a:r>
            <a:r>
              <a:rPr dirty="0" sz="1300" spc="-15" b="1">
                <a:latin typeface="Arial"/>
                <a:cs typeface="Arial"/>
              </a:rPr>
              <a:t> </a:t>
            </a:r>
            <a:r>
              <a:rPr dirty="0" sz="1300" b="1">
                <a:latin typeface="Arial"/>
                <a:cs typeface="Arial"/>
              </a:rPr>
              <a:t>planejar</a:t>
            </a:r>
            <a:r>
              <a:rPr dirty="0" sz="1300" spc="-30" b="1">
                <a:latin typeface="Arial"/>
                <a:cs typeface="Arial"/>
              </a:rPr>
              <a:t> </a:t>
            </a:r>
            <a:r>
              <a:rPr dirty="0" sz="1300" b="1">
                <a:latin typeface="Arial"/>
                <a:cs typeface="Arial"/>
              </a:rPr>
              <a:t>ações</a:t>
            </a:r>
            <a:r>
              <a:rPr dirty="0" sz="1300" spc="-5" b="1">
                <a:latin typeface="Arial"/>
                <a:cs typeface="Arial"/>
              </a:rPr>
              <a:t> </a:t>
            </a:r>
            <a:r>
              <a:rPr dirty="0" sz="1300" b="1">
                <a:latin typeface="Arial"/>
                <a:cs typeface="Arial"/>
              </a:rPr>
              <a:t>com</a:t>
            </a:r>
            <a:r>
              <a:rPr dirty="0" sz="1300" spc="-30" b="1">
                <a:latin typeface="Arial"/>
                <a:cs typeface="Arial"/>
              </a:rPr>
              <a:t> </a:t>
            </a:r>
            <a:r>
              <a:rPr dirty="0" sz="1300" b="1">
                <a:latin typeface="Arial"/>
                <a:cs typeface="Arial"/>
              </a:rPr>
              <a:t>base</a:t>
            </a:r>
            <a:r>
              <a:rPr dirty="0" sz="1300" spc="-35" b="1">
                <a:latin typeface="Arial"/>
                <a:cs typeface="Arial"/>
              </a:rPr>
              <a:t> </a:t>
            </a:r>
            <a:r>
              <a:rPr dirty="0" sz="1300" b="1">
                <a:latin typeface="Arial"/>
                <a:cs typeface="Arial"/>
              </a:rPr>
              <a:t>em</a:t>
            </a:r>
            <a:r>
              <a:rPr dirty="0" sz="1300" spc="-25" b="1">
                <a:latin typeface="Arial"/>
                <a:cs typeface="Arial"/>
              </a:rPr>
              <a:t> </a:t>
            </a:r>
            <a:r>
              <a:rPr dirty="0" sz="1300" b="1">
                <a:latin typeface="Arial"/>
                <a:cs typeface="Arial"/>
              </a:rPr>
              <a:t>dados</a:t>
            </a:r>
            <a:r>
              <a:rPr dirty="0" sz="1300" spc="-5" b="1">
                <a:latin typeface="Arial"/>
                <a:cs typeface="Arial"/>
              </a:rPr>
              <a:t> </a:t>
            </a:r>
            <a:r>
              <a:rPr dirty="0" sz="1300" b="1">
                <a:latin typeface="Arial"/>
                <a:cs typeface="Arial"/>
              </a:rPr>
              <a:t>reais,</a:t>
            </a:r>
            <a:r>
              <a:rPr dirty="0" sz="1300" spc="-10" b="1">
                <a:latin typeface="Arial"/>
                <a:cs typeface="Arial"/>
              </a:rPr>
              <a:t> </a:t>
            </a:r>
            <a:r>
              <a:rPr dirty="0" sz="1300" b="1">
                <a:latin typeface="Arial"/>
                <a:cs typeface="Arial"/>
              </a:rPr>
              <a:t>e</a:t>
            </a:r>
            <a:r>
              <a:rPr dirty="0" sz="1300" spc="-20" b="1">
                <a:latin typeface="Arial"/>
                <a:cs typeface="Arial"/>
              </a:rPr>
              <a:t> </a:t>
            </a:r>
            <a:r>
              <a:rPr dirty="0" sz="1300" b="1">
                <a:latin typeface="Arial"/>
                <a:cs typeface="Arial"/>
              </a:rPr>
              <a:t>não</a:t>
            </a:r>
            <a:r>
              <a:rPr dirty="0" sz="1300" spc="-25" b="1">
                <a:latin typeface="Arial"/>
                <a:cs typeface="Arial"/>
              </a:rPr>
              <a:t> </a:t>
            </a:r>
            <a:r>
              <a:rPr dirty="0" sz="1300" b="1">
                <a:latin typeface="Arial"/>
                <a:cs typeface="Arial"/>
              </a:rPr>
              <a:t>em</a:t>
            </a:r>
            <a:r>
              <a:rPr dirty="0" sz="1300" spc="-25" b="1">
                <a:latin typeface="Arial"/>
                <a:cs typeface="Arial"/>
              </a:rPr>
              <a:t> </a:t>
            </a:r>
            <a:r>
              <a:rPr dirty="0" sz="1300" spc="-10" b="1">
                <a:latin typeface="Arial"/>
                <a:cs typeface="Arial"/>
              </a:rPr>
              <a:t>suposições.</a:t>
            </a:r>
            <a:endParaRPr sz="1300">
              <a:latin typeface="Arial"/>
              <a:cs typeface="Arial"/>
            </a:endParaRPr>
          </a:p>
        </p:txBody>
      </p:sp>
      <p:sp>
        <p:nvSpPr>
          <p:cNvPr id="8" name="object 8" descr=""/>
          <p:cNvSpPr txBox="1"/>
          <p:nvPr/>
        </p:nvSpPr>
        <p:spPr>
          <a:xfrm>
            <a:off x="2699167" y="152278"/>
            <a:ext cx="8007984" cy="1686560"/>
          </a:xfrm>
          <a:prstGeom prst="rect">
            <a:avLst/>
          </a:prstGeom>
        </p:spPr>
        <p:txBody>
          <a:bodyPr wrap="square" lIns="0" tIns="63500" rIns="0" bIns="0" rtlCol="0" vert="horz">
            <a:spAutoFit/>
          </a:bodyPr>
          <a:lstStyle/>
          <a:p>
            <a:pPr algn="ctr" marL="38100">
              <a:lnSpc>
                <a:spcPct val="100000"/>
              </a:lnSpc>
              <a:spcBef>
                <a:spcPts val="500"/>
              </a:spcBef>
            </a:pPr>
            <a:r>
              <a:rPr dirty="0" sz="3700" b="1">
                <a:solidFill>
                  <a:srgbClr val="FFFFFF"/>
                </a:solidFill>
                <a:latin typeface="Arial"/>
                <a:cs typeface="Arial"/>
              </a:rPr>
              <a:t>Semana</a:t>
            </a:r>
            <a:r>
              <a:rPr dirty="0" sz="3700" spc="-114" b="1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dirty="0" sz="3700" b="1">
                <a:solidFill>
                  <a:srgbClr val="FFFFFF"/>
                </a:solidFill>
                <a:latin typeface="Arial"/>
                <a:cs typeface="Arial"/>
              </a:rPr>
              <a:t>de</a:t>
            </a:r>
            <a:r>
              <a:rPr dirty="0" sz="3700" spc="-95" b="1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dirty="0" sz="3700" spc="-30" b="1">
                <a:solidFill>
                  <a:srgbClr val="FFFFFF"/>
                </a:solidFill>
                <a:latin typeface="Arial"/>
                <a:cs typeface="Arial"/>
              </a:rPr>
              <a:t>Tecnologia</a:t>
            </a:r>
            <a:r>
              <a:rPr dirty="0" sz="3700" spc="-110" b="1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dirty="0" sz="3700" b="1">
                <a:solidFill>
                  <a:srgbClr val="FFFFFF"/>
                </a:solidFill>
                <a:latin typeface="Arial"/>
                <a:cs typeface="Arial"/>
              </a:rPr>
              <a:t>FECAP</a:t>
            </a:r>
            <a:r>
              <a:rPr dirty="0" sz="3700" spc="-170" b="1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dirty="0" sz="3700" spc="-20" b="1">
                <a:solidFill>
                  <a:srgbClr val="FFFFFF"/>
                </a:solidFill>
                <a:latin typeface="Arial"/>
                <a:cs typeface="Arial"/>
              </a:rPr>
              <a:t>2025</a:t>
            </a:r>
            <a:endParaRPr sz="3700">
              <a:latin typeface="Arial"/>
              <a:cs typeface="Arial"/>
            </a:endParaRPr>
          </a:p>
          <a:p>
            <a:pPr algn="ctr" marL="86995">
              <a:lnSpc>
                <a:spcPct val="100000"/>
              </a:lnSpc>
              <a:spcBef>
                <a:spcPts val="315"/>
              </a:spcBef>
            </a:pPr>
            <a:r>
              <a:rPr dirty="0" sz="2700" spc="-10" b="1">
                <a:latin typeface="Arial"/>
                <a:cs typeface="Arial"/>
              </a:rPr>
              <a:t>Datalivery</a:t>
            </a:r>
            <a:endParaRPr sz="2700">
              <a:latin typeface="Arial"/>
              <a:cs typeface="Arial"/>
            </a:endParaRPr>
          </a:p>
          <a:p>
            <a:pPr marL="12700">
              <a:lnSpc>
                <a:spcPct val="100000"/>
              </a:lnSpc>
              <a:spcBef>
                <a:spcPts val="380"/>
              </a:spcBef>
            </a:pPr>
            <a:r>
              <a:rPr dirty="0" sz="1700" b="1">
                <a:latin typeface="Arial"/>
                <a:cs typeface="Arial"/>
              </a:rPr>
              <a:t>Alunos:</a:t>
            </a:r>
            <a:r>
              <a:rPr dirty="0" sz="1700" spc="45" b="1">
                <a:latin typeface="Arial"/>
                <a:cs typeface="Arial"/>
              </a:rPr>
              <a:t> </a:t>
            </a:r>
            <a:r>
              <a:rPr dirty="0" sz="1700" b="1">
                <a:latin typeface="Arial"/>
                <a:cs typeface="Arial"/>
              </a:rPr>
              <a:t>Sátiro</a:t>
            </a:r>
            <a:r>
              <a:rPr dirty="0" sz="1700" spc="40" b="1">
                <a:latin typeface="Arial"/>
                <a:cs typeface="Arial"/>
              </a:rPr>
              <a:t> </a:t>
            </a:r>
            <a:r>
              <a:rPr dirty="0" sz="1700" b="1">
                <a:latin typeface="Arial"/>
                <a:cs typeface="Arial"/>
              </a:rPr>
              <a:t>Gabriel;</a:t>
            </a:r>
            <a:r>
              <a:rPr dirty="0" sz="1700" spc="20" b="1">
                <a:latin typeface="Arial"/>
                <a:cs typeface="Arial"/>
              </a:rPr>
              <a:t> </a:t>
            </a:r>
            <a:r>
              <a:rPr dirty="0" sz="1700" b="1">
                <a:latin typeface="Arial"/>
                <a:cs typeface="Arial"/>
              </a:rPr>
              <a:t>Beatriz</a:t>
            </a:r>
            <a:r>
              <a:rPr dirty="0" sz="1700" spc="55" b="1">
                <a:latin typeface="Arial"/>
                <a:cs typeface="Arial"/>
              </a:rPr>
              <a:t> </a:t>
            </a:r>
            <a:r>
              <a:rPr dirty="0" sz="1700" b="1">
                <a:latin typeface="Arial"/>
                <a:cs typeface="Arial"/>
              </a:rPr>
              <a:t>Rio</a:t>
            </a:r>
            <a:r>
              <a:rPr dirty="0" sz="1700" spc="35" b="1">
                <a:latin typeface="Arial"/>
                <a:cs typeface="Arial"/>
              </a:rPr>
              <a:t> </a:t>
            </a:r>
            <a:r>
              <a:rPr dirty="0" sz="1700" b="1">
                <a:latin typeface="Arial"/>
                <a:cs typeface="Arial"/>
              </a:rPr>
              <a:t>Branco;</a:t>
            </a:r>
            <a:r>
              <a:rPr dirty="0" sz="1700" spc="30" b="1">
                <a:latin typeface="Arial"/>
                <a:cs typeface="Arial"/>
              </a:rPr>
              <a:t> </a:t>
            </a:r>
            <a:r>
              <a:rPr dirty="0" sz="1700" b="1">
                <a:latin typeface="Arial"/>
                <a:cs typeface="Arial"/>
              </a:rPr>
              <a:t>Sabrinna</a:t>
            </a:r>
            <a:r>
              <a:rPr dirty="0" sz="1700" spc="25" b="1">
                <a:latin typeface="Arial"/>
                <a:cs typeface="Arial"/>
              </a:rPr>
              <a:t> </a:t>
            </a:r>
            <a:r>
              <a:rPr dirty="0" sz="1700" b="1">
                <a:latin typeface="Arial"/>
                <a:cs typeface="Arial"/>
              </a:rPr>
              <a:t>Vicente;</a:t>
            </a:r>
            <a:r>
              <a:rPr dirty="0" sz="1700" spc="20" b="1">
                <a:latin typeface="Arial"/>
                <a:cs typeface="Arial"/>
              </a:rPr>
              <a:t> </a:t>
            </a:r>
            <a:r>
              <a:rPr dirty="0" sz="1700" b="1">
                <a:latin typeface="Arial"/>
                <a:cs typeface="Arial"/>
              </a:rPr>
              <a:t>Rodrigo</a:t>
            </a:r>
            <a:r>
              <a:rPr dirty="0" sz="1700" spc="40" b="1">
                <a:latin typeface="Arial"/>
                <a:cs typeface="Arial"/>
              </a:rPr>
              <a:t> </a:t>
            </a:r>
            <a:r>
              <a:rPr dirty="0" sz="1700" spc="-20" b="1">
                <a:latin typeface="Arial"/>
                <a:cs typeface="Arial"/>
              </a:rPr>
              <a:t>Gama</a:t>
            </a:r>
            <a:endParaRPr sz="1700">
              <a:latin typeface="Arial"/>
              <a:cs typeface="Arial"/>
            </a:endParaRPr>
          </a:p>
          <a:p>
            <a:pPr marL="759460">
              <a:lnSpc>
                <a:spcPct val="100000"/>
              </a:lnSpc>
              <a:spcBef>
                <a:spcPts val="820"/>
              </a:spcBef>
            </a:pPr>
            <a:r>
              <a:rPr dirty="0" sz="1200" b="1">
                <a:latin typeface="Arial"/>
                <a:cs typeface="Arial"/>
              </a:rPr>
              <a:t>Professores:</a:t>
            </a:r>
            <a:r>
              <a:rPr dirty="0" sz="1200" spc="90" b="1">
                <a:latin typeface="Arial"/>
                <a:cs typeface="Arial"/>
              </a:rPr>
              <a:t> </a:t>
            </a:r>
            <a:r>
              <a:rPr dirty="0" sz="1200" b="1">
                <a:latin typeface="Arial"/>
                <a:cs typeface="Arial"/>
              </a:rPr>
              <a:t>Victor</a:t>
            </a:r>
            <a:r>
              <a:rPr dirty="0" sz="1200" spc="90" b="1">
                <a:latin typeface="Arial"/>
                <a:cs typeface="Arial"/>
              </a:rPr>
              <a:t> </a:t>
            </a:r>
            <a:r>
              <a:rPr dirty="0" sz="1200" b="1">
                <a:latin typeface="Arial"/>
                <a:cs typeface="Arial"/>
              </a:rPr>
              <a:t>Rosetti;</a:t>
            </a:r>
            <a:r>
              <a:rPr dirty="0" sz="1200" spc="90" b="1">
                <a:latin typeface="Arial"/>
                <a:cs typeface="Arial"/>
              </a:rPr>
              <a:t> </a:t>
            </a:r>
            <a:r>
              <a:rPr dirty="0" sz="1200" b="1">
                <a:latin typeface="Arial"/>
                <a:cs typeface="Arial"/>
              </a:rPr>
              <a:t>Rodrigo</a:t>
            </a:r>
            <a:r>
              <a:rPr dirty="0" sz="1200" spc="105" b="1">
                <a:latin typeface="Arial"/>
                <a:cs typeface="Arial"/>
              </a:rPr>
              <a:t> </a:t>
            </a:r>
            <a:r>
              <a:rPr dirty="0" sz="1200" b="1">
                <a:latin typeface="Arial"/>
                <a:cs typeface="Arial"/>
              </a:rPr>
              <a:t>da</a:t>
            </a:r>
            <a:r>
              <a:rPr dirty="0" sz="1200" spc="95" b="1">
                <a:latin typeface="Arial"/>
                <a:cs typeface="Arial"/>
              </a:rPr>
              <a:t> </a:t>
            </a:r>
            <a:r>
              <a:rPr dirty="0" sz="1200" b="1">
                <a:latin typeface="Arial"/>
                <a:cs typeface="Arial"/>
              </a:rPr>
              <a:t>Rosa;</a:t>
            </a:r>
            <a:r>
              <a:rPr dirty="0" sz="1200" spc="90" b="1">
                <a:latin typeface="Arial"/>
                <a:cs typeface="Arial"/>
              </a:rPr>
              <a:t> </a:t>
            </a:r>
            <a:r>
              <a:rPr dirty="0" sz="1200" b="1">
                <a:latin typeface="Arial"/>
                <a:cs typeface="Arial"/>
              </a:rPr>
              <a:t>Renata</a:t>
            </a:r>
            <a:r>
              <a:rPr dirty="0" sz="1200" spc="55" b="1">
                <a:latin typeface="Arial"/>
                <a:cs typeface="Arial"/>
              </a:rPr>
              <a:t> </a:t>
            </a:r>
            <a:r>
              <a:rPr dirty="0" sz="1200" b="1">
                <a:latin typeface="Arial"/>
                <a:cs typeface="Arial"/>
              </a:rPr>
              <a:t>Muniz;</a:t>
            </a:r>
            <a:r>
              <a:rPr dirty="0" sz="1200" spc="95" b="1">
                <a:latin typeface="Arial"/>
                <a:cs typeface="Arial"/>
              </a:rPr>
              <a:t> </a:t>
            </a:r>
            <a:r>
              <a:rPr dirty="0" sz="1200" b="1">
                <a:latin typeface="Arial"/>
                <a:cs typeface="Arial"/>
              </a:rPr>
              <a:t>Marcos</a:t>
            </a:r>
            <a:r>
              <a:rPr dirty="0" sz="1200" spc="95" b="1">
                <a:latin typeface="Arial"/>
                <a:cs typeface="Arial"/>
              </a:rPr>
              <a:t> </a:t>
            </a:r>
            <a:r>
              <a:rPr dirty="0" sz="1200" b="1">
                <a:latin typeface="Arial"/>
                <a:cs typeface="Arial"/>
              </a:rPr>
              <a:t>Minoru;</a:t>
            </a:r>
            <a:r>
              <a:rPr dirty="0" sz="1200" spc="90" b="1">
                <a:latin typeface="Arial"/>
                <a:cs typeface="Arial"/>
              </a:rPr>
              <a:t> </a:t>
            </a:r>
            <a:r>
              <a:rPr dirty="0" sz="1200" b="1">
                <a:latin typeface="Arial"/>
                <a:cs typeface="Arial"/>
              </a:rPr>
              <a:t>Rafael</a:t>
            </a:r>
            <a:r>
              <a:rPr dirty="0" sz="1200" spc="85" b="1">
                <a:latin typeface="Arial"/>
                <a:cs typeface="Arial"/>
              </a:rPr>
              <a:t> </a:t>
            </a:r>
            <a:r>
              <a:rPr dirty="0" sz="1200" spc="-10" b="1">
                <a:latin typeface="Arial"/>
                <a:cs typeface="Arial"/>
              </a:rPr>
              <a:t>Rosetti.</a:t>
            </a:r>
            <a:endParaRPr sz="1200">
              <a:latin typeface="Arial"/>
              <a:cs typeface="Arial"/>
            </a:endParaRPr>
          </a:p>
        </p:txBody>
      </p:sp>
      <p:sp>
        <p:nvSpPr>
          <p:cNvPr id="9" name="object 9" descr=""/>
          <p:cNvSpPr txBox="1"/>
          <p:nvPr/>
        </p:nvSpPr>
        <p:spPr>
          <a:xfrm>
            <a:off x="6848223" y="16349921"/>
            <a:ext cx="6141720" cy="1499235"/>
          </a:xfrm>
          <a:prstGeom prst="rect">
            <a:avLst/>
          </a:prstGeom>
        </p:spPr>
        <p:txBody>
          <a:bodyPr wrap="square" lIns="0" tIns="12700" rIns="0" bIns="0" rtlCol="0" vert="horz">
            <a:spAutoFit/>
          </a:bodyPr>
          <a:lstStyle/>
          <a:p>
            <a:pPr algn="just" marL="12700">
              <a:lnSpc>
                <a:spcPct val="100000"/>
              </a:lnSpc>
              <a:spcBef>
                <a:spcPts val="100"/>
              </a:spcBef>
            </a:pPr>
            <a:r>
              <a:rPr dirty="0" sz="1850" b="1">
                <a:latin typeface="Arial"/>
                <a:cs typeface="Arial"/>
              </a:rPr>
              <a:t>Futuro</a:t>
            </a:r>
            <a:r>
              <a:rPr dirty="0" sz="1850" spc="30" b="1">
                <a:latin typeface="Arial"/>
                <a:cs typeface="Arial"/>
              </a:rPr>
              <a:t> </a:t>
            </a:r>
            <a:r>
              <a:rPr dirty="0" sz="1850" b="1">
                <a:latin typeface="Arial"/>
                <a:cs typeface="Arial"/>
              </a:rPr>
              <a:t>do </a:t>
            </a:r>
            <a:r>
              <a:rPr dirty="0" sz="1850" spc="-10" b="1">
                <a:latin typeface="Arial"/>
                <a:cs typeface="Arial"/>
              </a:rPr>
              <a:t>projeto</a:t>
            </a:r>
            <a:endParaRPr sz="1850">
              <a:latin typeface="Arial"/>
              <a:cs typeface="Arial"/>
            </a:endParaRPr>
          </a:p>
          <a:p>
            <a:pPr algn="just" marL="12700" marR="5080">
              <a:lnSpc>
                <a:spcPct val="100099"/>
              </a:lnSpc>
              <a:spcBef>
                <a:spcPts val="1570"/>
              </a:spcBef>
            </a:pPr>
            <a:r>
              <a:rPr dirty="0" sz="1300" b="1">
                <a:latin typeface="Arial"/>
                <a:cs typeface="Arial"/>
              </a:rPr>
              <a:t>O</a:t>
            </a:r>
            <a:r>
              <a:rPr dirty="0" sz="1300" spc="40" b="1">
                <a:latin typeface="Arial"/>
                <a:cs typeface="Arial"/>
              </a:rPr>
              <a:t> </a:t>
            </a:r>
            <a:r>
              <a:rPr dirty="0" sz="1300" b="1">
                <a:latin typeface="Arial"/>
                <a:cs typeface="Arial"/>
              </a:rPr>
              <a:t>futuro</a:t>
            </a:r>
            <a:r>
              <a:rPr dirty="0" sz="1300" spc="60" b="1">
                <a:latin typeface="Arial"/>
                <a:cs typeface="Arial"/>
              </a:rPr>
              <a:t> </a:t>
            </a:r>
            <a:r>
              <a:rPr dirty="0" sz="1300" b="1">
                <a:latin typeface="Arial"/>
                <a:cs typeface="Arial"/>
              </a:rPr>
              <a:t>que</a:t>
            </a:r>
            <a:r>
              <a:rPr dirty="0" sz="1300" spc="35" b="1">
                <a:latin typeface="Arial"/>
                <a:cs typeface="Arial"/>
              </a:rPr>
              <a:t> </a:t>
            </a:r>
            <a:r>
              <a:rPr dirty="0" sz="1300" b="1">
                <a:latin typeface="Arial"/>
                <a:cs typeface="Arial"/>
              </a:rPr>
              <a:t>vemos</a:t>
            </a:r>
            <a:r>
              <a:rPr dirty="0" sz="1300" spc="40" b="1">
                <a:latin typeface="Arial"/>
                <a:cs typeface="Arial"/>
              </a:rPr>
              <a:t> </a:t>
            </a:r>
            <a:r>
              <a:rPr dirty="0" sz="1300" b="1">
                <a:latin typeface="Arial"/>
                <a:cs typeface="Arial"/>
              </a:rPr>
              <a:t>para</a:t>
            </a:r>
            <a:r>
              <a:rPr dirty="0" sz="1300" spc="55" b="1">
                <a:latin typeface="Arial"/>
                <a:cs typeface="Arial"/>
              </a:rPr>
              <a:t> </a:t>
            </a:r>
            <a:r>
              <a:rPr dirty="0" sz="1300" b="1">
                <a:latin typeface="Arial"/>
                <a:cs typeface="Arial"/>
              </a:rPr>
              <a:t>a</a:t>
            </a:r>
            <a:r>
              <a:rPr dirty="0" sz="1300" spc="45" b="1">
                <a:latin typeface="Arial"/>
                <a:cs typeface="Arial"/>
              </a:rPr>
              <a:t> </a:t>
            </a:r>
            <a:r>
              <a:rPr dirty="0" sz="1300" b="1">
                <a:latin typeface="Arial"/>
                <a:cs typeface="Arial"/>
              </a:rPr>
              <a:t>Datalivery</a:t>
            </a:r>
            <a:r>
              <a:rPr dirty="0" sz="1300" spc="55" b="1">
                <a:latin typeface="Arial"/>
                <a:cs typeface="Arial"/>
              </a:rPr>
              <a:t> </a:t>
            </a:r>
            <a:r>
              <a:rPr dirty="0" sz="1300" b="1">
                <a:latin typeface="Arial"/>
                <a:cs typeface="Arial"/>
              </a:rPr>
              <a:t>é</a:t>
            </a:r>
            <a:r>
              <a:rPr dirty="0" sz="1300" spc="50" b="1">
                <a:latin typeface="Arial"/>
                <a:cs typeface="Arial"/>
              </a:rPr>
              <a:t> </a:t>
            </a:r>
            <a:r>
              <a:rPr dirty="0" sz="1300" b="1">
                <a:latin typeface="Arial"/>
                <a:cs typeface="Arial"/>
              </a:rPr>
              <a:t>promissor</a:t>
            </a:r>
            <a:r>
              <a:rPr dirty="0" sz="1300" spc="55" b="1">
                <a:latin typeface="Arial"/>
                <a:cs typeface="Arial"/>
              </a:rPr>
              <a:t> </a:t>
            </a:r>
            <a:r>
              <a:rPr dirty="0" sz="1300" b="1">
                <a:latin typeface="Arial"/>
                <a:cs typeface="Arial"/>
              </a:rPr>
              <a:t>e</a:t>
            </a:r>
            <a:r>
              <a:rPr dirty="0" sz="1300" spc="50" b="1">
                <a:latin typeface="Arial"/>
                <a:cs typeface="Arial"/>
              </a:rPr>
              <a:t> </a:t>
            </a:r>
            <a:r>
              <a:rPr dirty="0" sz="1300" b="1">
                <a:latin typeface="Arial"/>
                <a:cs typeface="Arial"/>
              </a:rPr>
              <a:t>voltado</a:t>
            </a:r>
            <a:r>
              <a:rPr dirty="0" sz="1300" spc="55" b="1">
                <a:latin typeface="Arial"/>
                <a:cs typeface="Arial"/>
              </a:rPr>
              <a:t> </a:t>
            </a:r>
            <a:r>
              <a:rPr dirty="0" sz="1300" b="1">
                <a:latin typeface="Arial"/>
                <a:cs typeface="Arial"/>
              </a:rPr>
              <a:t>para</a:t>
            </a:r>
            <a:r>
              <a:rPr dirty="0" sz="1300" spc="55" b="1">
                <a:latin typeface="Arial"/>
                <a:cs typeface="Arial"/>
              </a:rPr>
              <a:t> </a:t>
            </a:r>
            <a:r>
              <a:rPr dirty="0" sz="1300" b="1">
                <a:latin typeface="Arial"/>
                <a:cs typeface="Arial"/>
              </a:rPr>
              <a:t>a</a:t>
            </a:r>
            <a:r>
              <a:rPr dirty="0" sz="1300" spc="45" b="1">
                <a:latin typeface="Arial"/>
                <a:cs typeface="Arial"/>
              </a:rPr>
              <a:t> </a:t>
            </a:r>
            <a:r>
              <a:rPr dirty="0" sz="1300" spc="-10" b="1">
                <a:latin typeface="Arial"/>
                <a:cs typeface="Arial"/>
              </a:rPr>
              <a:t>evolução </a:t>
            </a:r>
            <a:r>
              <a:rPr dirty="0" sz="1300" b="1">
                <a:latin typeface="Arial"/>
                <a:cs typeface="Arial"/>
              </a:rPr>
              <a:t>contínua</a:t>
            </a:r>
            <a:r>
              <a:rPr dirty="0" sz="1300" spc="150" b="1">
                <a:latin typeface="Arial"/>
                <a:cs typeface="Arial"/>
              </a:rPr>
              <a:t>  </a:t>
            </a:r>
            <a:r>
              <a:rPr dirty="0" sz="1300" b="1">
                <a:latin typeface="Arial"/>
                <a:cs typeface="Arial"/>
              </a:rPr>
              <a:t>da</a:t>
            </a:r>
            <a:r>
              <a:rPr dirty="0" sz="1300" spc="145" b="1">
                <a:latin typeface="Arial"/>
                <a:cs typeface="Arial"/>
              </a:rPr>
              <a:t>  </a:t>
            </a:r>
            <a:r>
              <a:rPr dirty="0" sz="1300" b="1">
                <a:latin typeface="Arial"/>
                <a:cs typeface="Arial"/>
              </a:rPr>
              <a:t>análise</a:t>
            </a:r>
            <a:r>
              <a:rPr dirty="0" sz="1300" spc="155" b="1">
                <a:latin typeface="Arial"/>
                <a:cs typeface="Arial"/>
              </a:rPr>
              <a:t>  </a:t>
            </a:r>
            <a:r>
              <a:rPr dirty="0" sz="1300" b="1">
                <a:latin typeface="Arial"/>
                <a:cs typeface="Arial"/>
              </a:rPr>
              <a:t>de</a:t>
            </a:r>
            <a:r>
              <a:rPr dirty="0" sz="1300" spc="145" b="1">
                <a:latin typeface="Arial"/>
                <a:cs typeface="Arial"/>
              </a:rPr>
              <a:t>  </a:t>
            </a:r>
            <a:r>
              <a:rPr dirty="0" sz="1300" b="1">
                <a:latin typeface="Arial"/>
                <a:cs typeface="Arial"/>
              </a:rPr>
              <a:t>dados.</a:t>
            </a:r>
            <a:r>
              <a:rPr dirty="0" sz="1300" spc="145" b="1">
                <a:latin typeface="Arial"/>
                <a:cs typeface="Arial"/>
              </a:rPr>
              <a:t>  </a:t>
            </a:r>
            <a:r>
              <a:rPr dirty="0" sz="1300" b="1">
                <a:latin typeface="Arial"/>
                <a:cs typeface="Arial"/>
              </a:rPr>
              <a:t>Nosso</a:t>
            </a:r>
            <a:r>
              <a:rPr dirty="0" sz="1300" spc="145" b="1">
                <a:latin typeface="Arial"/>
                <a:cs typeface="Arial"/>
              </a:rPr>
              <a:t>  </a:t>
            </a:r>
            <a:r>
              <a:rPr dirty="0" sz="1300" b="1">
                <a:latin typeface="Arial"/>
                <a:cs typeface="Arial"/>
              </a:rPr>
              <a:t>próximo</a:t>
            </a:r>
            <a:r>
              <a:rPr dirty="0" sz="1300" spc="140" b="1">
                <a:latin typeface="Arial"/>
                <a:cs typeface="Arial"/>
              </a:rPr>
              <a:t>  </a:t>
            </a:r>
            <a:r>
              <a:rPr dirty="0" sz="1300" b="1">
                <a:latin typeface="Arial"/>
                <a:cs typeface="Arial"/>
              </a:rPr>
              <a:t>passo</a:t>
            </a:r>
            <a:r>
              <a:rPr dirty="0" sz="1300" spc="155" b="1">
                <a:latin typeface="Arial"/>
                <a:cs typeface="Arial"/>
              </a:rPr>
              <a:t>  </a:t>
            </a:r>
            <a:r>
              <a:rPr dirty="0" sz="1300" b="1">
                <a:latin typeface="Arial"/>
                <a:cs typeface="Arial"/>
              </a:rPr>
              <a:t>é</a:t>
            </a:r>
            <a:r>
              <a:rPr dirty="0" sz="1300" spc="150" b="1">
                <a:latin typeface="Arial"/>
                <a:cs typeface="Arial"/>
              </a:rPr>
              <a:t>  </a:t>
            </a:r>
            <a:r>
              <a:rPr dirty="0" sz="1300" b="1">
                <a:latin typeface="Arial"/>
                <a:cs typeface="Arial"/>
              </a:rPr>
              <a:t>expandir</a:t>
            </a:r>
            <a:r>
              <a:rPr dirty="0" sz="1300" spc="155" b="1">
                <a:latin typeface="Arial"/>
                <a:cs typeface="Arial"/>
              </a:rPr>
              <a:t>  </a:t>
            </a:r>
            <a:r>
              <a:rPr dirty="0" sz="1300" spc="-25" b="1">
                <a:latin typeface="Arial"/>
                <a:cs typeface="Arial"/>
              </a:rPr>
              <a:t>as </a:t>
            </a:r>
            <a:r>
              <a:rPr dirty="0" sz="1300" b="1">
                <a:latin typeface="Arial"/>
                <a:cs typeface="Arial"/>
              </a:rPr>
              <a:t>funcionalidades</a:t>
            </a:r>
            <a:r>
              <a:rPr dirty="0" sz="1300" spc="484" b="1">
                <a:latin typeface="Arial"/>
                <a:cs typeface="Arial"/>
              </a:rPr>
              <a:t>  </a:t>
            </a:r>
            <a:r>
              <a:rPr dirty="0" sz="1300" b="1">
                <a:latin typeface="Arial"/>
                <a:cs typeface="Arial"/>
              </a:rPr>
              <a:t>da</a:t>
            </a:r>
            <a:r>
              <a:rPr dirty="0" sz="1300" spc="484" b="1">
                <a:latin typeface="Arial"/>
                <a:cs typeface="Arial"/>
              </a:rPr>
              <a:t>  </a:t>
            </a:r>
            <a:r>
              <a:rPr dirty="0" sz="1300" b="1">
                <a:latin typeface="Arial"/>
                <a:cs typeface="Arial"/>
              </a:rPr>
              <a:t>plataforma,</a:t>
            </a:r>
            <a:r>
              <a:rPr dirty="0" sz="1300" spc="484" b="1">
                <a:latin typeface="Arial"/>
                <a:cs typeface="Arial"/>
              </a:rPr>
              <a:t>  </a:t>
            </a:r>
            <a:r>
              <a:rPr dirty="0" sz="1300" spc="-10" b="1">
                <a:latin typeface="Arial"/>
                <a:cs typeface="Arial"/>
              </a:rPr>
              <a:t>tornando-</a:t>
            </a:r>
            <a:r>
              <a:rPr dirty="0" sz="1300" b="1">
                <a:latin typeface="Arial"/>
                <a:cs typeface="Arial"/>
              </a:rPr>
              <a:t>a</a:t>
            </a:r>
            <a:r>
              <a:rPr dirty="0" sz="1300" spc="484" b="1">
                <a:latin typeface="Arial"/>
                <a:cs typeface="Arial"/>
              </a:rPr>
              <a:t>  </a:t>
            </a:r>
            <a:r>
              <a:rPr dirty="0" sz="1300" b="1">
                <a:latin typeface="Arial"/>
                <a:cs typeface="Arial"/>
              </a:rPr>
              <a:t>ainda</a:t>
            </a:r>
            <a:r>
              <a:rPr dirty="0" sz="1300" spc="484" b="1">
                <a:latin typeface="Arial"/>
                <a:cs typeface="Arial"/>
              </a:rPr>
              <a:t>  </a:t>
            </a:r>
            <a:r>
              <a:rPr dirty="0" sz="1300" b="1">
                <a:latin typeface="Arial"/>
                <a:cs typeface="Arial"/>
              </a:rPr>
              <a:t>mais</a:t>
            </a:r>
            <a:r>
              <a:rPr dirty="0" sz="1300" spc="490" b="1">
                <a:latin typeface="Arial"/>
                <a:cs typeface="Arial"/>
              </a:rPr>
              <a:t>  </a:t>
            </a:r>
            <a:r>
              <a:rPr dirty="0" sz="1300" spc="-10" b="1">
                <a:latin typeface="Arial"/>
                <a:cs typeface="Arial"/>
              </a:rPr>
              <a:t>completa, </a:t>
            </a:r>
            <a:r>
              <a:rPr dirty="0" sz="1300" b="1">
                <a:latin typeface="Arial"/>
                <a:cs typeface="Arial"/>
              </a:rPr>
              <a:t>automatizada</a:t>
            </a:r>
            <a:r>
              <a:rPr dirty="0" sz="1300" spc="35" b="1">
                <a:latin typeface="Arial"/>
                <a:cs typeface="Arial"/>
              </a:rPr>
              <a:t> </a:t>
            </a:r>
            <a:r>
              <a:rPr dirty="0" sz="1300" b="1">
                <a:latin typeface="Arial"/>
                <a:cs typeface="Arial"/>
              </a:rPr>
              <a:t>e</a:t>
            </a:r>
            <a:r>
              <a:rPr dirty="0" sz="1300" spc="25" b="1">
                <a:latin typeface="Arial"/>
                <a:cs typeface="Arial"/>
              </a:rPr>
              <a:t> </a:t>
            </a:r>
            <a:r>
              <a:rPr dirty="0" sz="1300" b="1">
                <a:latin typeface="Arial"/>
                <a:cs typeface="Arial"/>
              </a:rPr>
              <a:t>integrada</a:t>
            </a:r>
            <a:r>
              <a:rPr dirty="0" sz="1300" spc="15" b="1">
                <a:latin typeface="Arial"/>
                <a:cs typeface="Arial"/>
              </a:rPr>
              <a:t> </a:t>
            </a:r>
            <a:r>
              <a:rPr dirty="0" sz="1300" b="1">
                <a:latin typeface="Arial"/>
                <a:cs typeface="Arial"/>
              </a:rPr>
              <a:t>com</a:t>
            </a:r>
            <a:r>
              <a:rPr dirty="0" sz="1300" spc="15" b="1">
                <a:latin typeface="Arial"/>
                <a:cs typeface="Arial"/>
              </a:rPr>
              <a:t> </a:t>
            </a:r>
            <a:r>
              <a:rPr dirty="0" sz="1300" b="1">
                <a:latin typeface="Arial"/>
                <a:cs typeface="Arial"/>
              </a:rPr>
              <a:t>as</a:t>
            </a:r>
            <a:r>
              <a:rPr dirty="0" sz="1300" spc="20" b="1">
                <a:latin typeface="Arial"/>
                <a:cs typeface="Arial"/>
              </a:rPr>
              <a:t> </a:t>
            </a:r>
            <a:r>
              <a:rPr dirty="0" sz="1300" b="1">
                <a:latin typeface="Arial"/>
                <a:cs typeface="Arial"/>
              </a:rPr>
              <a:t>principais</a:t>
            </a:r>
            <a:r>
              <a:rPr dirty="0" sz="1300" spc="20" b="1">
                <a:latin typeface="Arial"/>
                <a:cs typeface="Arial"/>
              </a:rPr>
              <a:t> </a:t>
            </a:r>
            <a:r>
              <a:rPr dirty="0" sz="1300" b="1">
                <a:latin typeface="Arial"/>
                <a:cs typeface="Arial"/>
              </a:rPr>
              <a:t>ferramentas</a:t>
            </a:r>
            <a:r>
              <a:rPr dirty="0" sz="1300" spc="35" b="1">
                <a:latin typeface="Arial"/>
                <a:cs typeface="Arial"/>
              </a:rPr>
              <a:t> </a:t>
            </a:r>
            <a:r>
              <a:rPr dirty="0" sz="1300" b="1">
                <a:latin typeface="Arial"/>
                <a:cs typeface="Arial"/>
              </a:rPr>
              <a:t>de</a:t>
            </a:r>
            <a:r>
              <a:rPr dirty="0" sz="1300" spc="20" b="1">
                <a:latin typeface="Arial"/>
                <a:cs typeface="Arial"/>
              </a:rPr>
              <a:t> </a:t>
            </a:r>
            <a:r>
              <a:rPr dirty="0" sz="1300" b="1">
                <a:latin typeface="Arial"/>
                <a:cs typeface="Arial"/>
              </a:rPr>
              <a:t>gestão</a:t>
            </a:r>
            <a:r>
              <a:rPr dirty="0" sz="1300" spc="25" b="1">
                <a:latin typeface="Arial"/>
                <a:cs typeface="Arial"/>
              </a:rPr>
              <a:t> </a:t>
            </a:r>
            <a:r>
              <a:rPr dirty="0" sz="1300" spc="-10" b="1">
                <a:latin typeface="Arial"/>
                <a:cs typeface="Arial"/>
              </a:rPr>
              <a:t>utilizadas </a:t>
            </a:r>
            <a:r>
              <a:rPr dirty="0" sz="1300" b="1">
                <a:latin typeface="Arial"/>
                <a:cs typeface="Arial"/>
              </a:rPr>
              <a:t>pelas</a:t>
            </a:r>
            <a:r>
              <a:rPr dirty="0" sz="1300" spc="-25" b="1">
                <a:latin typeface="Arial"/>
                <a:cs typeface="Arial"/>
              </a:rPr>
              <a:t> </a:t>
            </a:r>
            <a:r>
              <a:rPr dirty="0" sz="1300" spc="-10" b="1">
                <a:latin typeface="Arial"/>
                <a:cs typeface="Arial"/>
              </a:rPr>
              <a:t>empresas.</a:t>
            </a:r>
            <a:endParaRPr sz="1300">
              <a:latin typeface="Arial"/>
              <a:cs typeface="Arial"/>
            </a:endParaRPr>
          </a:p>
        </p:txBody>
      </p:sp>
      <p:sp>
        <p:nvSpPr>
          <p:cNvPr id="10" name="object 10" descr=""/>
          <p:cNvSpPr txBox="1"/>
          <p:nvPr/>
        </p:nvSpPr>
        <p:spPr>
          <a:xfrm>
            <a:off x="3918118" y="5943952"/>
            <a:ext cx="5605780" cy="440690"/>
          </a:xfrm>
          <a:prstGeom prst="rect">
            <a:avLst/>
          </a:prstGeom>
        </p:spPr>
        <p:txBody>
          <a:bodyPr wrap="square" lIns="0" tIns="15240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20"/>
              </a:spcBef>
            </a:pPr>
            <a:r>
              <a:rPr dirty="0" sz="2700" b="1">
                <a:latin typeface="Arial"/>
                <a:cs typeface="Arial"/>
              </a:rPr>
              <a:t>Imagens</a:t>
            </a:r>
            <a:r>
              <a:rPr dirty="0" sz="2700" spc="-5" b="1">
                <a:latin typeface="Arial"/>
                <a:cs typeface="Arial"/>
              </a:rPr>
              <a:t> </a:t>
            </a:r>
            <a:r>
              <a:rPr dirty="0" sz="2700" b="1">
                <a:latin typeface="Arial"/>
                <a:cs typeface="Arial"/>
              </a:rPr>
              <a:t>e</a:t>
            </a:r>
            <a:r>
              <a:rPr dirty="0" sz="2700" spc="5" b="1">
                <a:latin typeface="Arial"/>
                <a:cs typeface="Arial"/>
              </a:rPr>
              <a:t> </a:t>
            </a:r>
            <a:r>
              <a:rPr dirty="0" sz="2700" b="1">
                <a:latin typeface="Arial"/>
                <a:cs typeface="Arial"/>
              </a:rPr>
              <a:t>ferramentas</a:t>
            </a:r>
            <a:r>
              <a:rPr dirty="0" sz="2700" spc="5" b="1">
                <a:latin typeface="Arial"/>
                <a:cs typeface="Arial"/>
              </a:rPr>
              <a:t> </a:t>
            </a:r>
            <a:r>
              <a:rPr dirty="0" sz="2700" b="1">
                <a:latin typeface="Arial"/>
                <a:cs typeface="Arial"/>
              </a:rPr>
              <a:t>do</a:t>
            </a:r>
            <a:r>
              <a:rPr dirty="0" sz="2700" spc="-5" b="1">
                <a:latin typeface="Arial"/>
                <a:cs typeface="Arial"/>
              </a:rPr>
              <a:t> </a:t>
            </a:r>
            <a:r>
              <a:rPr dirty="0" sz="2700" spc="-10" b="1">
                <a:latin typeface="Arial"/>
                <a:cs typeface="Arial"/>
              </a:rPr>
              <a:t>Projeto</a:t>
            </a:r>
            <a:endParaRPr sz="2700">
              <a:latin typeface="Arial"/>
              <a:cs typeface="Arial"/>
            </a:endParaRPr>
          </a:p>
        </p:txBody>
      </p:sp>
      <p:sp>
        <p:nvSpPr>
          <p:cNvPr id="11" name="object 11" descr=""/>
          <p:cNvSpPr/>
          <p:nvPr/>
        </p:nvSpPr>
        <p:spPr>
          <a:xfrm>
            <a:off x="537659" y="11810963"/>
            <a:ext cx="30480" cy="74930"/>
          </a:xfrm>
          <a:custGeom>
            <a:avLst/>
            <a:gdLst/>
            <a:ahLst/>
            <a:cxnLst/>
            <a:rect l="l" t="t" r="r" b="b"/>
            <a:pathLst>
              <a:path w="30479" h="74929">
                <a:moveTo>
                  <a:pt x="30393" y="0"/>
                </a:moveTo>
                <a:lnTo>
                  <a:pt x="20961" y="0"/>
                </a:lnTo>
                <a:lnTo>
                  <a:pt x="0" y="6335"/>
                </a:lnTo>
                <a:lnTo>
                  <a:pt x="2885" y="16882"/>
                </a:lnTo>
                <a:lnTo>
                  <a:pt x="16867" y="13186"/>
                </a:lnTo>
                <a:lnTo>
                  <a:pt x="16867" y="74391"/>
                </a:lnTo>
                <a:lnTo>
                  <a:pt x="30393" y="74391"/>
                </a:lnTo>
                <a:lnTo>
                  <a:pt x="30393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/>
        </p:txBody>
      </p:sp>
      <p:grpSp>
        <p:nvGrpSpPr>
          <p:cNvPr id="12" name="object 12" descr=""/>
          <p:cNvGrpSpPr/>
          <p:nvPr/>
        </p:nvGrpSpPr>
        <p:grpSpPr>
          <a:xfrm>
            <a:off x="873532" y="5788350"/>
            <a:ext cx="12002135" cy="6621780"/>
            <a:chOff x="873532" y="5788350"/>
            <a:chExt cx="12002135" cy="6621780"/>
          </a:xfrm>
        </p:grpSpPr>
        <p:pic>
          <p:nvPicPr>
            <p:cNvPr id="13" name="object 13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8815488" y="5788350"/>
              <a:ext cx="3186694" cy="2419937"/>
            </a:xfrm>
            <a:prstGeom prst="rect">
              <a:avLst/>
            </a:prstGeom>
          </p:spPr>
        </p:pic>
        <p:pic>
          <p:nvPicPr>
            <p:cNvPr id="14" name="object 14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1387253" y="6679206"/>
              <a:ext cx="2592790" cy="624928"/>
            </a:xfrm>
            <a:prstGeom prst="rect">
              <a:avLst/>
            </a:prstGeom>
          </p:spPr>
        </p:pic>
        <p:pic>
          <p:nvPicPr>
            <p:cNvPr id="15" name="object 15"/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3434893" y="6563971"/>
              <a:ext cx="2499715" cy="2238220"/>
            </a:xfrm>
            <a:prstGeom prst="rect">
              <a:avLst/>
            </a:prstGeom>
          </p:spPr>
        </p:pic>
        <p:sp>
          <p:nvSpPr>
            <p:cNvPr id="16" name="object 16" descr=""/>
            <p:cNvSpPr/>
            <p:nvPr/>
          </p:nvSpPr>
          <p:spPr>
            <a:xfrm>
              <a:off x="3901427" y="12321882"/>
              <a:ext cx="804545" cy="74295"/>
            </a:xfrm>
            <a:custGeom>
              <a:avLst/>
              <a:gdLst/>
              <a:ahLst/>
              <a:cxnLst/>
              <a:rect l="l" t="t" r="r" b="b"/>
              <a:pathLst>
                <a:path w="804545" h="74295">
                  <a:moveTo>
                    <a:pt x="58204" y="62255"/>
                  </a:moveTo>
                  <a:lnTo>
                    <a:pt x="13690" y="62255"/>
                  </a:lnTo>
                  <a:lnTo>
                    <a:pt x="13690" y="42418"/>
                  </a:lnTo>
                  <a:lnTo>
                    <a:pt x="52654" y="42418"/>
                  </a:lnTo>
                  <a:lnTo>
                    <a:pt x="52654" y="30822"/>
                  </a:lnTo>
                  <a:lnTo>
                    <a:pt x="13690" y="30822"/>
                  </a:lnTo>
                  <a:lnTo>
                    <a:pt x="13690" y="11607"/>
                  </a:lnTo>
                  <a:lnTo>
                    <a:pt x="57581" y="11607"/>
                  </a:lnTo>
                  <a:lnTo>
                    <a:pt x="57581" y="0"/>
                  </a:lnTo>
                  <a:lnTo>
                    <a:pt x="0" y="0"/>
                  </a:lnTo>
                  <a:lnTo>
                    <a:pt x="0" y="73863"/>
                  </a:lnTo>
                  <a:lnTo>
                    <a:pt x="58204" y="73863"/>
                  </a:lnTo>
                  <a:lnTo>
                    <a:pt x="58204" y="62255"/>
                  </a:lnTo>
                  <a:close/>
                </a:path>
                <a:path w="804545" h="74295">
                  <a:moveTo>
                    <a:pt x="803922" y="0"/>
                  </a:moveTo>
                  <a:lnTo>
                    <a:pt x="746099" y="0"/>
                  </a:lnTo>
                  <a:lnTo>
                    <a:pt x="746099" y="73875"/>
                  </a:lnTo>
                  <a:lnTo>
                    <a:pt x="759790" y="73875"/>
                  </a:lnTo>
                  <a:lnTo>
                    <a:pt x="759790" y="43802"/>
                  </a:lnTo>
                  <a:lnTo>
                    <a:pt x="798868" y="43802"/>
                  </a:lnTo>
                  <a:lnTo>
                    <a:pt x="798868" y="31978"/>
                  </a:lnTo>
                  <a:lnTo>
                    <a:pt x="759790" y="31978"/>
                  </a:lnTo>
                  <a:lnTo>
                    <a:pt x="759790" y="11823"/>
                  </a:lnTo>
                  <a:lnTo>
                    <a:pt x="803922" y="11823"/>
                  </a:lnTo>
                  <a:lnTo>
                    <a:pt x="803922" y="0"/>
                  </a:lnTo>
                  <a:close/>
                </a:path>
              </a:pathLst>
            </a:custGeom>
            <a:solidFill>
              <a:srgbClr val="333333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17" name="object 17" descr=""/>
            <p:cNvSpPr/>
            <p:nvPr/>
          </p:nvSpPr>
          <p:spPr>
            <a:xfrm>
              <a:off x="888933" y="9212938"/>
              <a:ext cx="5293995" cy="3028950"/>
            </a:xfrm>
            <a:custGeom>
              <a:avLst/>
              <a:gdLst/>
              <a:ahLst/>
              <a:cxnLst/>
              <a:rect l="l" t="t" r="r" b="b"/>
              <a:pathLst>
                <a:path w="5293995" h="3028950">
                  <a:moveTo>
                    <a:pt x="5293581" y="0"/>
                  </a:moveTo>
                  <a:lnTo>
                    <a:pt x="0" y="0"/>
                  </a:lnTo>
                  <a:lnTo>
                    <a:pt x="0" y="3028572"/>
                  </a:lnTo>
                  <a:lnTo>
                    <a:pt x="5293581" y="3028573"/>
                  </a:lnTo>
                  <a:lnTo>
                    <a:pt x="5293581" y="0"/>
                  </a:lnTo>
                  <a:close/>
                </a:path>
              </a:pathLst>
            </a:custGeom>
            <a:solidFill>
              <a:srgbClr val="F5F5F5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18" name="object 18" descr=""/>
            <p:cNvSpPr/>
            <p:nvPr/>
          </p:nvSpPr>
          <p:spPr>
            <a:xfrm>
              <a:off x="1642795" y="9213366"/>
              <a:ext cx="3782695" cy="3031490"/>
            </a:xfrm>
            <a:custGeom>
              <a:avLst/>
              <a:gdLst/>
              <a:ahLst/>
              <a:cxnLst/>
              <a:rect l="l" t="t" r="r" b="b"/>
              <a:pathLst>
                <a:path w="3782695" h="3031490">
                  <a:moveTo>
                    <a:pt x="756500" y="0"/>
                  </a:moveTo>
                  <a:lnTo>
                    <a:pt x="0" y="0"/>
                  </a:lnTo>
                  <a:lnTo>
                    <a:pt x="0" y="3031286"/>
                  </a:lnTo>
                  <a:lnTo>
                    <a:pt x="756500" y="3031286"/>
                  </a:lnTo>
                  <a:lnTo>
                    <a:pt x="756500" y="0"/>
                  </a:lnTo>
                  <a:close/>
                </a:path>
                <a:path w="3782695" h="3031490">
                  <a:moveTo>
                    <a:pt x="2269528" y="0"/>
                  </a:moveTo>
                  <a:lnTo>
                    <a:pt x="1513027" y="0"/>
                  </a:lnTo>
                  <a:lnTo>
                    <a:pt x="1513027" y="3031286"/>
                  </a:lnTo>
                  <a:lnTo>
                    <a:pt x="2269528" y="3031286"/>
                  </a:lnTo>
                  <a:lnTo>
                    <a:pt x="2269528" y="0"/>
                  </a:lnTo>
                  <a:close/>
                </a:path>
                <a:path w="3782695" h="3031490">
                  <a:moveTo>
                    <a:pt x="3782568" y="0"/>
                  </a:moveTo>
                  <a:lnTo>
                    <a:pt x="3026067" y="0"/>
                  </a:lnTo>
                  <a:lnTo>
                    <a:pt x="3026067" y="3031286"/>
                  </a:lnTo>
                  <a:lnTo>
                    <a:pt x="3782568" y="3031286"/>
                  </a:lnTo>
                  <a:lnTo>
                    <a:pt x="3782568" y="0"/>
                  </a:lnTo>
                  <a:close/>
                </a:path>
              </a:pathLst>
            </a:custGeom>
            <a:solidFill>
              <a:srgbClr val="6D7B7B">
                <a:alpha val="9803"/>
              </a:srgbClr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19" name="object 19" descr=""/>
            <p:cNvSpPr/>
            <p:nvPr/>
          </p:nvSpPr>
          <p:spPr>
            <a:xfrm>
              <a:off x="1635023" y="9214395"/>
              <a:ext cx="3797300" cy="3030855"/>
            </a:xfrm>
            <a:custGeom>
              <a:avLst/>
              <a:gdLst/>
              <a:ahLst/>
              <a:cxnLst/>
              <a:rect l="l" t="t" r="r" b="b"/>
              <a:pathLst>
                <a:path w="3797300" h="3030854">
                  <a:moveTo>
                    <a:pt x="18491" y="0"/>
                  </a:moveTo>
                  <a:lnTo>
                    <a:pt x="0" y="0"/>
                  </a:lnTo>
                  <a:lnTo>
                    <a:pt x="0" y="3030461"/>
                  </a:lnTo>
                  <a:lnTo>
                    <a:pt x="18491" y="3030461"/>
                  </a:lnTo>
                  <a:lnTo>
                    <a:pt x="18491" y="0"/>
                  </a:lnTo>
                  <a:close/>
                </a:path>
                <a:path w="3797300" h="3030854">
                  <a:moveTo>
                    <a:pt x="774217" y="0"/>
                  </a:moveTo>
                  <a:lnTo>
                    <a:pt x="755713" y="0"/>
                  </a:lnTo>
                  <a:lnTo>
                    <a:pt x="755713" y="3030461"/>
                  </a:lnTo>
                  <a:lnTo>
                    <a:pt x="774217" y="3030461"/>
                  </a:lnTo>
                  <a:lnTo>
                    <a:pt x="774217" y="0"/>
                  </a:lnTo>
                  <a:close/>
                </a:path>
                <a:path w="3797300" h="3030854">
                  <a:moveTo>
                    <a:pt x="1529803" y="0"/>
                  </a:moveTo>
                  <a:lnTo>
                    <a:pt x="1511312" y="0"/>
                  </a:lnTo>
                  <a:lnTo>
                    <a:pt x="1511312" y="3030461"/>
                  </a:lnTo>
                  <a:lnTo>
                    <a:pt x="1529803" y="3030461"/>
                  </a:lnTo>
                  <a:lnTo>
                    <a:pt x="1529803" y="0"/>
                  </a:lnTo>
                  <a:close/>
                </a:path>
                <a:path w="3797300" h="3030854">
                  <a:moveTo>
                    <a:pt x="2285390" y="0"/>
                  </a:moveTo>
                  <a:lnTo>
                    <a:pt x="2266899" y="0"/>
                  </a:lnTo>
                  <a:lnTo>
                    <a:pt x="2266899" y="3030461"/>
                  </a:lnTo>
                  <a:lnTo>
                    <a:pt x="2285390" y="3030461"/>
                  </a:lnTo>
                  <a:lnTo>
                    <a:pt x="2285390" y="0"/>
                  </a:lnTo>
                  <a:close/>
                </a:path>
                <a:path w="3797300" h="3030854">
                  <a:moveTo>
                    <a:pt x="3040989" y="0"/>
                  </a:moveTo>
                  <a:lnTo>
                    <a:pt x="3022485" y="0"/>
                  </a:lnTo>
                  <a:lnTo>
                    <a:pt x="3022485" y="3030461"/>
                  </a:lnTo>
                  <a:lnTo>
                    <a:pt x="3040989" y="3030461"/>
                  </a:lnTo>
                  <a:lnTo>
                    <a:pt x="3040989" y="0"/>
                  </a:lnTo>
                  <a:close/>
                </a:path>
                <a:path w="3797300" h="3030854">
                  <a:moveTo>
                    <a:pt x="3796703" y="0"/>
                  </a:moveTo>
                  <a:lnTo>
                    <a:pt x="3778212" y="0"/>
                  </a:lnTo>
                  <a:lnTo>
                    <a:pt x="3778212" y="3030461"/>
                  </a:lnTo>
                  <a:lnTo>
                    <a:pt x="3796703" y="3030461"/>
                  </a:lnTo>
                  <a:lnTo>
                    <a:pt x="3796703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20" name="object 20" descr=""/>
            <p:cNvSpPr/>
            <p:nvPr/>
          </p:nvSpPr>
          <p:spPr>
            <a:xfrm>
              <a:off x="873532" y="9691482"/>
              <a:ext cx="5307330" cy="2352040"/>
            </a:xfrm>
            <a:custGeom>
              <a:avLst/>
              <a:gdLst/>
              <a:ahLst/>
              <a:cxnLst/>
              <a:rect l="l" t="t" r="r" b="b"/>
              <a:pathLst>
                <a:path w="5307330" h="2352040">
                  <a:moveTo>
                    <a:pt x="5294432" y="0"/>
                  </a:moveTo>
                  <a:lnTo>
                    <a:pt x="4533168" y="361459"/>
                  </a:lnTo>
                  <a:lnTo>
                    <a:pt x="3783125" y="264084"/>
                  </a:lnTo>
                  <a:lnTo>
                    <a:pt x="3024327" y="1209439"/>
                  </a:lnTo>
                  <a:lnTo>
                    <a:pt x="2266639" y="981840"/>
                  </a:lnTo>
                  <a:lnTo>
                    <a:pt x="1516843" y="1544266"/>
                  </a:lnTo>
                  <a:lnTo>
                    <a:pt x="754716" y="1409232"/>
                  </a:lnTo>
                  <a:lnTo>
                    <a:pt x="0" y="2335828"/>
                  </a:lnTo>
                  <a:lnTo>
                    <a:pt x="21935" y="2352006"/>
                  </a:lnTo>
                  <a:lnTo>
                    <a:pt x="766306" y="1438210"/>
                  </a:lnTo>
                  <a:lnTo>
                    <a:pt x="1524117" y="1572423"/>
                  </a:lnTo>
                  <a:lnTo>
                    <a:pt x="2272188" y="1011170"/>
                  </a:lnTo>
                  <a:lnTo>
                    <a:pt x="3034561" y="1240176"/>
                  </a:lnTo>
                  <a:lnTo>
                    <a:pt x="3795332" y="292358"/>
                  </a:lnTo>
                  <a:lnTo>
                    <a:pt x="4537977" y="388794"/>
                  </a:lnTo>
                  <a:lnTo>
                    <a:pt x="5306885" y="23581"/>
                  </a:lnTo>
                  <a:lnTo>
                    <a:pt x="5294432" y="0"/>
                  </a:lnTo>
                  <a:close/>
                </a:path>
              </a:pathLst>
            </a:custGeom>
            <a:solidFill>
              <a:srgbClr val="308DDE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21" name="object 21" descr=""/>
            <p:cNvSpPr/>
            <p:nvPr/>
          </p:nvSpPr>
          <p:spPr>
            <a:xfrm>
              <a:off x="876602" y="9302335"/>
              <a:ext cx="5306060" cy="2122805"/>
            </a:xfrm>
            <a:custGeom>
              <a:avLst/>
              <a:gdLst/>
              <a:ahLst/>
              <a:cxnLst/>
              <a:rect l="l" t="t" r="r" b="b"/>
              <a:pathLst>
                <a:path w="5306060" h="2122804">
                  <a:moveTo>
                    <a:pt x="759907" y="0"/>
                  </a:moveTo>
                  <a:lnTo>
                    <a:pt x="0" y="495671"/>
                  </a:lnTo>
                  <a:lnTo>
                    <a:pt x="15782" y="517493"/>
                  </a:lnTo>
                  <a:lnTo>
                    <a:pt x="754852" y="35430"/>
                  </a:lnTo>
                  <a:lnTo>
                    <a:pt x="1506374" y="891153"/>
                  </a:lnTo>
                  <a:lnTo>
                    <a:pt x="2282927" y="1960749"/>
                  </a:lnTo>
                  <a:lnTo>
                    <a:pt x="3025819" y="1252495"/>
                  </a:lnTo>
                  <a:lnTo>
                    <a:pt x="3783877" y="2056598"/>
                  </a:lnTo>
                  <a:lnTo>
                    <a:pt x="4532071" y="1586385"/>
                  </a:lnTo>
                  <a:lnTo>
                    <a:pt x="5289266" y="2122614"/>
                  </a:lnTo>
                  <a:lnTo>
                    <a:pt x="5305911" y="2101449"/>
                  </a:lnTo>
                  <a:lnTo>
                    <a:pt x="4532934" y="1554122"/>
                  </a:lnTo>
                  <a:lnTo>
                    <a:pt x="3788563" y="2022106"/>
                  </a:lnTo>
                  <a:lnTo>
                    <a:pt x="3026929" y="1214132"/>
                  </a:lnTo>
                  <a:lnTo>
                    <a:pt x="2286750" y="1919687"/>
                  </a:lnTo>
                  <a:lnTo>
                    <a:pt x="1528815" y="875667"/>
                  </a:lnTo>
                  <a:lnTo>
                    <a:pt x="759907" y="0"/>
                  </a:lnTo>
                  <a:close/>
                </a:path>
              </a:pathLst>
            </a:custGeom>
            <a:solidFill>
              <a:srgbClr val="1CD0BA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22" name="object 22" descr=""/>
            <p:cNvSpPr/>
            <p:nvPr/>
          </p:nvSpPr>
          <p:spPr>
            <a:xfrm>
              <a:off x="878329" y="9891862"/>
              <a:ext cx="5299075" cy="1918970"/>
            </a:xfrm>
            <a:custGeom>
              <a:avLst/>
              <a:gdLst/>
              <a:ahLst/>
              <a:cxnLst/>
              <a:rect l="l" t="t" r="r" b="b"/>
              <a:pathLst>
                <a:path w="5299075" h="1918970">
                  <a:moveTo>
                    <a:pt x="758674" y="0"/>
                  </a:moveTo>
                  <a:lnTo>
                    <a:pt x="0" y="361107"/>
                  </a:lnTo>
                  <a:lnTo>
                    <a:pt x="12330" y="384688"/>
                  </a:lnTo>
                  <a:lnTo>
                    <a:pt x="752632" y="32379"/>
                  </a:lnTo>
                  <a:lnTo>
                    <a:pt x="1505635" y="791667"/>
                  </a:lnTo>
                  <a:lnTo>
                    <a:pt x="2259623" y="1270914"/>
                  </a:lnTo>
                  <a:lnTo>
                    <a:pt x="3021010" y="1357026"/>
                  </a:lnTo>
                  <a:lnTo>
                    <a:pt x="3780671" y="1674092"/>
                  </a:lnTo>
                  <a:lnTo>
                    <a:pt x="4528495" y="1766762"/>
                  </a:lnTo>
                  <a:lnTo>
                    <a:pt x="5293088" y="1918608"/>
                  </a:lnTo>
                  <a:lnTo>
                    <a:pt x="5298760" y="1892774"/>
                  </a:lnTo>
                  <a:lnTo>
                    <a:pt x="4533550" y="1740811"/>
                  </a:lnTo>
                  <a:lnTo>
                    <a:pt x="3788193" y="1648399"/>
                  </a:lnTo>
                  <a:lnTo>
                    <a:pt x="3028285" y="1331216"/>
                  </a:lnTo>
                  <a:lnTo>
                    <a:pt x="2269611" y="1245456"/>
                  </a:lnTo>
                  <a:lnTo>
                    <a:pt x="1524746" y="772426"/>
                  </a:lnTo>
                  <a:lnTo>
                    <a:pt x="758674" y="0"/>
                  </a:lnTo>
                  <a:close/>
                </a:path>
              </a:pathLst>
            </a:custGeom>
            <a:solidFill>
              <a:srgbClr val="FFA300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23" name="object 23" descr=""/>
            <p:cNvSpPr/>
            <p:nvPr/>
          </p:nvSpPr>
          <p:spPr>
            <a:xfrm>
              <a:off x="5353126" y="6530148"/>
              <a:ext cx="2245995" cy="774065"/>
            </a:xfrm>
            <a:custGeom>
              <a:avLst/>
              <a:gdLst/>
              <a:ahLst/>
              <a:cxnLst/>
              <a:rect l="l" t="t" r="r" b="b"/>
              <a:pathLst>
                <a:path w="2245995" h="774065">
                  <a:moveTo>
                    <a:pt x="731037" y="607796"/>
                  </a:moveTo>
                  <a:lnTo>
                    <a:pt x="729818" y="598411"/>
                  </a:lnTo>
                  <a:lnTo>
                    <a:pt x="726262" y="589368"/>
                  </a:lnTo>
                  <a:lnTo>
                    <a:pt x="672033" y="488454"/>
                  </a:lnTo>
                  <a:lnTo>
                    <a:pt x="672033" y="597687"/>
                  </a:lnTo>
                  <a:lnTo>
                    <a:pt x="670331" y="604469"/>
                  </a:lnTo>
                  <a:lnTo>
                    <a:pt x="665594" y="610082"/>
                  </a:lnTo>
                  <a:lnTo>
                    <a:pt x="658279" y="613600"/>
                  </a:lnTo>
                  <a:lnTo>
                    <a:pt x="261861" y="716356"/>
                  </a:lnTo>
                  <a:lnTo>
                    <a:pt x="253085" y="716572"/>
                  </a:lnTo>
                  <a:lnTo>
                    <a:pt x="245783" y="713181"/>
                  </a:lnTo>
                  <a:lnTo>
                    <a:pt x="241223" y="707186"/>
                  </a:lnTo>
                  <a:lnTo>
                    <a:pt x="240690" y="699617"/>
                  </a:lnTo>
                  <a:lnTo>
                    <a:pt x="382308" y="105206"/>
                  </a:lnTo>
                  <a:lnTo>
                    <a:pt x="386664" y="98666"/>
                  </a:lnTo>
                  <a:lnTo>
                    <a:pt x="394081" y="95885"/>
                  </a:lnTo>
                  <a:lnTo>
                    <a:pt x="402031" y="97129"/>
                  </a:lnTo>
                  <a:lnTo>
                    <a:pt x="408012" y="102628"/>
                  </a:lnTo>
                  <a:lnTo>
                    <a:pt x="670229" y="590626"/>
                  </a:lnTo>
                  <a:lnTo>
                    <a:pt x="672033" y="597687"/>
                  </a:lnTo>
                  <a:lnTo>
                    <a:pt x="672033" y="488454"/>
                  </a:lnTo>
                  <a:lnTo>
                    <a:pt x="461098" y="95885"/>
                  </a:lnTo>
                  <a:lnTo>
                    <a:pt x="422643" y="24320"/>
                  </a:lnTo>
                  <a:lnTo>
                    <a:pt x="381139" y="0"/>
                  </a:lnTo>
                  <a:lnTo>
                    <a:pt x="367728" y="876"/>
                  </a:lnTo>
                  <a:lnTo>
                    <a:pt x="7505" y="487565"/>
                  </a:lnTo>
                  <a:lnTo>
                    <a:pt x="0" y="511111"/>
                  </a:lnTo>
                  <a:lnTo>
                    <a:pt x="2095" y="523189"/>
                  </a:lnTo>
                  <a:lnTo>
                    <a:pt x="169037" y="753008"/>
                  </a:lnTo>
                  <a:lnTo>
                    <a:pt x="212521" y="773607"/>
                  </a:lnTo>
                  <a:lnTo>
                    <a:pt x="217424" y="773607"/>
                  </a:lnTo>
                  <a:lnTo>
                    <a:pt x="222351" y="772998"/>
                  </a:lnTo>
                  <a:lnTo>
                    <a:pt x="440042" y="716572"/>
                  </a:lnTo>
                  <a:lnTo>
                    <a:pt x="694397" y="650646"/>
                  </a:lnTo>
                  <a:lnTo>
                    <a:pt x="726541" y="626287"/>
                  </a:lnTo>
                  <a:lnTo>
                    <a:pt x="729957" y="617207"/>
                  </a:lnTo>
                  <a:lnTo>
                    <a:pt x="731037" y="607796"/>
                  </a:lnTo>
                  <a:close/>
                </a:path>
                <a:path w="2245995" h="774065">
                  <a:moveTo>
                    <a:pt x="1340281" y="324789"/>
                  </a:moveTo>
                  <a:lnTo>
                    <a:pt x="1335455" y="323875"/>
                  </a:lnTo>
                  <a:lnTo>
                    <a:pt x="1336230" y="323875"/>
                  </a:lnTo>
                  <a:lnTo>
                    <a:pt x="1328229" y="323253"/>
                  </a:lnTo>
                  <a:lnTo>
                    <a:pt x="1320165" y="323253"/>
                  </a:lnTo>
                  <a:lnTo>
                    <a:pt x="1310182" y="323875"/>
                  </a:lnTo>
                  <a:lnTo>
                    <a:pt x="1274356" y="338416"/>
                  </a:lnTo>
                  <a:lnTo>
                    <a:pt x="1255115" y="359041"/>
                  </a:lnTo>
                  <a:lnTo>
                    <a:pt x="1252181" y="359041"/>
                  </a:lnTo>
                  <a:lnTo>
                    <a:pt x="1243393" y="326859"/>
                  </a:lnTo>
                  <a:lnTo>
                    <a:pt x="1198270" y="326859"/>
                  </a:lnTo>
                  <a:lnTo>
                    <a:pt x="1198270" y="518223"/>
                  </a:lnTo>
                  <a:lnTo>
                    <a:pt x="1257846" y="518223"/>
                  </a:lnTo>
                  <a:lnTo>
                    <a:pt x="1257846" y="420827"/>
                  </a:lnTo>
                  <a:lnTo>
                    <a:pt x="1258849" y="409917"/>
                  </a:lnTo>
                  <a:lnTo>
                    <a:pt x="1282509" y="379260"/>
                  </a:lnTo>
                  <a:lnTo>
                    <a:pt x="1318196" y="372033"/>
                  </a:lnTo>
                  <a:lnTo>
                    <a:pt x="1325105" y="372033"/>
                  </a:lnTo>
                  <a:lnTo>
                    <a:pt x="1330960" y="372618"/>
                  </a:lnTo>
                  <a:lnTo>
                    <a:pt x="1335786" y="373748"/>
                  </a:lnTo>
                  <a:lnTo>
                    <a:pt x="1335887" y="372618"/>
                  </a:lnTo>
                  <a:lnTo>
                    <a:pt x="1335951" y="372033"/>
                  </a:lnTo>
                  <a:lnTo>
                    <a:pt x="1337132" y="359041"/>
                  </a:lnTo>
                  <a:lnTo>
                    <a:pt x="1340091" y="326859"/>
                  </a:lnTo>
                  <a:lnTo>
                    <a:pt x="1340192" y="325716"/>
                  </a:lnTo>
                  <a:lnTo>
                    <a:pt x="1340281" y="324789"/>
                  </a:lnTo>
                  <a:close/>
                </a:path>
                <a:path w="2245995" h="774065">
                  <a:moveTo>
                    <a:pt x="1431442" y="326859"/>
                  </a:moveTo>
                  <a:lnTo>
                    <a:pt x="1371866" y="326859"/>
                  </a:lnTo>
                  <a:lnTo>
                    <a:pt x="1371866" y="518223"/>
                  </a:lnTo>
                  <a:lnTo>
                    <a:pt x="1431442" y="518223"/>
                  </a:lnTo>
                  <a:lnTo>
                    <a:pt x="1431442" y="326859"/>
                  </a:lnTo>
                  <a:close/>
                </a:path>
                <a:path w="2245995" h="774065">
                  <a:moveTo>
                    <a:pt x="1434185" y="277380"/>
                  </a:moveTo>
                  <a:lnTo>
                    <a:pt x="1432153" y="266217"/>
                  </a:lnTo>
                  <a:lnTo>
                    <a:pt x="1426070" y="258254"/>
                  </a:lnTo>
                  <a:lnTo>
                    <a:pt x="1415935" y="253466"/>
                  </a:lnTo>
                  <a:lnTo>
                    <a:pt x="1401762" y="251879"/>
                  </a:lnTo>
                  <a:lnTo>
                    <a:pt x="1387576" y="253466"/>
                  </a:lnTo>
                  <a:lnTo>
                    <a:pt x="1377442" y="258254"/>
                  </a:lnTo>
                  <a:lnTo>
                    <a:pt x="1371358" y="266217"/>
                  </a:lnTo>
                  <a:lnTo>
                    <a:pt x="1369339" y="277380"/>
                  </a:lnTo>
                  <a:lnTo>
                    <a:pt x="1371371" y="288607"/>
                  </a:lnTo>
                  <a:lnTo>
                    <a:pt x="1377442" y="296633"/>
                  </a:lnTo>
                  <a:lnTo>
                    <a:pt x="1387576" y="301447"/>
                  </a:lnTo>
                  <a:lnTo>
                    <a:pt x="1401762" y="303060"/>
                  </a:lnTo>
                  <a:lnTo>
                    <a:pt x="1412570" y="303060"/>
                  </a:lnTo>
                  <a:lnTo>
                    <a:pt x="1420672" y="300812"/>
                  </a:lnTo>
                  <a:lnTo>
                    <a:pt x="1431480" y="291795"/>
                  </a:lnTo>
                  <a:lnTo>
                    <a:pt x="1434185" y="285483"/>
                  </a:lnTo>
                  <a:lnTo>
                    <a:pt x="1434185" y="277380"/>
                  </a:lnTo>
                  <a:close/>
                </a:path>
                <a:path w="2245995" h="774065">
                  <a:moveTo>
                    <a:pt x="1641182" y="461391"/>
                  </a:moveTo>
                  <a:lnTo>
                    <a:pt x="1625879" y="424027"/>
                  </a:lnTo>
                  <a:lnTo>
                    <a:pt x="1580426" y="401828"/>
                  </a:lnTo>
                  <a:lnTo>
                    <a:pt x="1567332" y="397090"/>
                  </a:lnTo>
                  <a:lnTo>
                    <a:pt x="1556766" y="392976"/>
                  </a:lnTo>
                  <a:lnTo>
                    <a:pt x="1548739" y="389470"/>
                  </a:lnTo>
                  <a:lnTo>
                    <a:pt x="1543227" y="386600"/>
                  </a:lnTo>
                  <a:lnTo>
                    <a:pt x="1537563" y="383171"/>
                  </a:lnTo>
                  <a:lnTo>
                    <a:pt x="1534718" y="379120"/>
                  </a:lnTo>
                  <a:lnTo>
                    <a:pt x="1534718" y="374434"/>
                  </a:lnTo>
                  <a:lnTo>
                    <a:pt x="1536369" y="368973"/>
                  </a:lnTo>
                  <a:lnTo>
                    <a:pt x="1541322" y="365061"/>
                  </a:lnTo>
                  <a:lnTo>
                    <a:pt x="1549565" y="362724"/>
                  </a:lnTo>
                  <a:lnTo>
                    <a:pt x="1561096" y="361937"/>
                  </a:lnTo>
                  <a:lnTo>
                    <a:pt x="1568475" y="362191"/>
                  </a:lnTo>
                  <a:lnTo>
                    <a:pt x="1612785" y="373037"/>
                  </a:lnTo>
                  <a:lnTo>
                    <a:pt x="1620862" y="375983"/>
                  </a:lnTo>
                  <a:lnTo>
                    <a:pt x="1627441" y="362191"/>
                  </a:lnTo>
                  <a:lnTo>
                    <a:pt x="1627555" y="361937"/>
                  </a:lnTo>
                  <a:lnTo>
                    <a:pt x="1638833" y="338328"/>
                  </a:lnTo>
                  <a:lnTo>
                    <a:pt x="1620037" y="331736"/>
                  </a:lnTo>
                  <a:lnTo>
                    <a:pt x="1600987" y="327025"/>
                  </a:lnTo>
                  <a:lnTo>
                    <a:pt x="1581658" y="324205"/>
                  </a:lnTo>
                  <a:lnTo>
                    <a:pt x="1562061" y="323253"/>
                  </a:lnTo>
                  <a:lnTo>
                    <a:pt x="1540954" y="324205"/>
                  </a:lnTo>
                  <a:lnTo>
                    <a:pt x="1542072" y="324205"/>
                  </a:lnTo>
                  <a:lnTo>
                    <a:pt x="1525371" y="326745"/>
                  </a:lnTo>
                  <a:lnTo>
                    <a:pt x="1488236" y="344906"/>
                  </a:lnTo>
                  <a:lnTo>
                    <a:pt x="1475625" y="375983"/>
                  </a:lnTo>
                  <a:lnTo>
                    <a:pt x="1475663" y="379120"/>
                  </a:lnTo>
                  <a:lnTo>
                    <a:pt x="1475854" y="383171"/>
                  </a:lnTo>
                  <a:lnTo>
                    <a:pt x="1475879" y="383819"/>
                  </a:lnTo>
                  <a:lnTo>
                    <a:pt x="1498117" y="419798"/>
                  </a:lnTo>
                  <a:lnTo>
                    <a:pt x="1543469" y="440067"/>
                  </a:lnTo>
                  <a:lnTo>
                    <a:pt x="1550936" y="443014"/>
                  </a:lnTo>
                  <a:lnTo>
                    <a:pt x="1582381" y="462940"/>
                  </a:lnTo>
                  <a:lnTo>
                    <a:pt x="1582293" y="467398"/>
                  </a:lnTo>
                  <a:lnTo>
                    <a:pt x="1580362" y="474243"/>
                  </a:lnTo>
                  <a:lnTo>
                    <a:pt x="1574279" y="479374"/>
                  </a:lnTo>
                  <a:lnTo>
                    <a:pt x="1564144" y="482447"/>
                  </a:lnTo>
                  <a:lnTo>
                    <a:pt x="1549958" y="483476"/>
                  </a:lnTo>
                  <a:lnTo>
                    <a:pt x="1541741" y="483184"/>
                  </a:lnTo>
                  <a:lnTo>
                    <a:pt x="1503197" y="476415"/>
                  </a:lnTo>
                  <a:lnTo>
                    <a:pt x="1475943" y="467398"/>
                  </a:lnTo>
                  <a:lnTo>
                    <a:pt x="1475943" y="510527"/>
                  </a:lnTo>
                  <a:lnTo>
                    <a:pt x="1516227" y="520065"/>
                  </a:lnTo>
                  <a:lnTo>
                    <a:pt x="1548015" y="521652"/>
                  </a:lnTo>
                  <a:lnTo>
                    <a:pt x="1569796" y="520687"/>
                  </a:lnTo>
                  <a:lnTo>
                    <a:pt x="1617827" y="506247"/>
                  </a:lnTo>
                  <a:lnTo>
                    <a:pt x="1636737" y="483476"/>
                  </a:lnTo>
                  <a:lnTo>
                    <a:pt x="1639722" y="475246"/>
                  </a:lnTo>
                  <a:lnTo>
                    <a:pt x="1641182" y="461391"/>
                  </a:lnTo>
                  <a:close/>
                </a:path>
                <a:path w="2245995" h="774065">
                  <a:moveTo>
                    <a:pt x="2013318" y="393433"/>
                  </a:moveTo>
                  <a:lnTo>
                    <a:pt x="2012124" y="376288"/>
                  </a:lnTo>
                  <a:lnTo>
                    <a:pt x="2009368" y="365023"/>
                  </a:lnTo>
                  <a:lnTo>
                    <a:pt x="2008555" y="361657"/>
                  </a:lnTo>
                  <a:lnTo>
                    <a:pt x="2003475" y="351332"/>
                  </a:lnTo>
                  <a:lnTo>
                    <a:pt x="2002599" y="349542"/>
                  </a:lnTo>
                  <a:lnTo>
                    <a:pt x="1994268" y="339940"/>
                  </a:lnTo>
                  <a:lnTo>
                    <a:pt x="1983613" y="332638"/>
                  </a:lnTo>
                  <a:lnTo>
                    <a:pt x="1970747" y="327444"/>
                  </a:lnTo>
                  <a:lnTo>
                    <a:pt x="1955533" y="324294"/>
                  </a:lnTo>
                  <a:lnTo>
                    <a:pt x="1938108" y="323253"/>
                  </a:lnTo>
                  <a:lnTo>
                    <a:pt x="1927606" y="323723"/>
                  </a:lnTo>
                  <a:lnTo>
                    <a:pt x="1885137" y="339051"/>
                  </a:lnTo>
                  <a:lnTo>
                    <a:pt x="1873656" y="351332"/>
                  </a:lnTo>
                  <a:lnTo>
                    <a:pt x="1868385" y="351332"/>
                  </a:lnTo>
                  <a:lnTo>
                    <a:pt x="1857717" y="339051"/>
                  </a:lnTo>
                  <a:lnTo>
                    <a:pt x="1843087" y="330276"/>
                  </a:lnTo>
                  <a:lnTo>
                    <a:pt x="1824888" y="325120"/>
                  </a:lnTo>
                  <a:lnTo>
                    <a:pt x="1825879" y="325120"/>
                  </a:lnTo>
                  <a:lnTo>
                    <a:pt x="1801977" y="323253"/>
                  </a:lnTo>
                  <a:lnTo>
                    <a:pt x="1791538" y="323723"/>
                  </a:lnTo>
                  <a:lnTo>
                    <a:pt x="1781721" y="325120"/>
                  </a:lnTo>
                  <a:lnTo>
                    <a:pt x="1743392" y="345097"/>
                  </a:lnTo>
                  <a:lnTo>
                    <a:pt x="1738503" y="351332"/>
                  </a:lnTo>
                  <a:lnTo>
                    <a:pt x="1735175" y="351332"/>
                  </a:lnTo>
                  <a:lnTo>
                    <a:pt x="1727174" y="326859"/>
                  </a:lnTo>
                  <a:lnTo>
                    <a:pt x="1681657" y="326859"/>
                  </a:lnTo>
                  <a:lnTo>
                    <a:pt x="1681657" y="518223"/>
                  </a:lnTo>
                  <a:lnTo>
                    <a:pt x="1741233" y="518223"/>
                  </a:lnTo>
                  <a:lnTo>
                    <a:pt x="1741233" y="428193"/>
                  </a:lnTo>
                  <a:lnTo>
                    <a:pt x="1741881" y="412521"/>
                  </a:lnTo>
                  <a:lnTo>
                    <a:pt x="1757540" y="373303"/>
                  </a:lnTo>
                  <a:lnTo>
                    <a:pt x="1784794" y="365023"/>
                  </a:lnTo>
                  <a:lnTo>
                    <a:pt x="1792719" y="365671"/>
                  </a:lnTo>
                  <a:lnTo>
                    <a:pt x="1817052" y="396430"/>
                  </a:lnTo>
                  <a:lnTo>
                    <a:pt x="1817598" y="406450"/>
                  </a:lnTo>
                  <a:lnTo>
                    <a:pt x="1817598" y="518223"/>
                  </a:lnTo>
                  <a:lnTo>
                    <a:pt x="1877174" y="518223"/>
                  </a:lnTo>
                  <a:lnTo>
                    <a:pt x="1877174" y="422198"/>
                  </a:lnTo>
                  <a:lnTo>
                    <a:pt x="1877847" y="408305"/>
                  </a:lnTo>
                  <a:lnTo>
                    <a:pt x="1879828" y="396748"/>
                  </a:lnTo>
                  <a:lnTo>
                    <a:pt x="1879879" y="396430"/>
                  </a:lnTo>
                  <a:lnTo>
                    <a:pt x="1910257" y="365937"/>
                  </a:lnTo>
                  <a:lnTo>
                    <a:pt x="1909724" y="365937"/>
                  </a:lnTo>
                  <a:lnTo>
                    <a:pt x="1920735" y="365023"/>
                  </a:lnTo>
                  <a:lnTo>
                    <a:pt x="1928660" y="365671"/>
                  </a:lnTo>
                  <a:lnTo>
                    <a:pt x="1935454" y="367614"/>
                  </a:lnTo>
                  <a:lnTo>
                    <a:pt x="1952980" y="396430"/>
                  </a:lnTo>
                  <a:lnTo>
                    <a:pt x="1953044" y="396748"/>
                  </a:lnTo>
                  <a:lnTo>
                    <a:pt x="1953539" y="406450"/>
                  </a:lnTo>
                  <a:lnTo>
                    <a:pt x="1953539" y="518223"/>
                  </a:lnTo>
                  <a:lnTo>
                    <a:pt x="2013318" y="518223"/>
                  </a:lnTo>
                  <a:lnTo>
                    <a:pt x="2013318" y="393433"/>
                  </a:lnTo>
                  <a:close/>
                </a:path>
                <a:path w="2245995" h="774065">
                  <a:moveTo>
                    <a:pt x="2245842" y="390702"/>
                  </a:moveTo>
                  <a:lnTo>
                    <a:pt x="2244445" y="375462"/>
                  </a:lnTo>
                  <a:lnTo>
                    <a:pt x="2244382" y="374675"/>
                  </a:lnTo>
                  <a:lnTo>
                    <a:pt x="2240229" y="361607"/>
                  </a:lnTo>
                  <a:lnTo>
                    <a:pt x="2209406" y="332346"/>
                  </a:lnTo>
                  <a:lnTo>
                    <a:pt x="2175891" y="323989"/>
                  </a:lnTo>
                  <a:lnTo>
                    <a:pt x="2176335" y="323989"/>
                  </a:lnTo>
                  <a:lnTo>
                    <a:pt x="2155025" y="322910"/>
                  </a:lnTo>
                  <a:lnTo>
                    <a:pt x="2132584" y="323989"/>
                  </a:lnTo>
                  <a:lnTo>
                    <a:pt x="2111171" y="327228"/>
                  </a:lnTo>
                  <a:lnTo>
                    <a:pt x="2090788" y="332638"/>
                  </a:lnTo>
                  <a:lnTo>
                    <a:pt x="2071420" y="340207"/>
                  </a:lnTo>
                  <a:lnTo>
                    <a:pt x="2091156" y="375462"/>
                  </a:lnTo>
                  <a:lnTo>
                    <a:pt x="2108250" y="369404"/>
                  </a:lnTo>
                  <a:lnTo>
                    <a:pt x="2124214" y="365074"/>
                  </a:lnTo>
                  <a:lnTo>
                    <a:pt x="2139010" y="362470"/>
                  </a:lnTo>
                  <a:lnTo>
                    <a:pt x="2152675" y="361607"/>
                  </a:lnTo>
                  <a:lnTo>
                    <a:pt x="2167547" y="363423"/>
                  </a:lnTo>
                  <a:lnTo>
                    <a:pt x="2178164" y="368871"/>
                  </a:lnTo>
                  <a:lnTo>
                    <a:pt x="2184539" y="377964"/>
                  </a:lnTo>
                  <a:lnTo>
                    <a:pt x="2186660" y="390702"/>
                  </a:lnTo>
                  <a:lnTo>
                    <a:pt x="2186660" y="399084"/>
                  </a:lnTo>
                  <a:lnTo>
                    <a:pt x="2186660" y="429564"/>
                  </a:lnTo>
                  <a:lnTo>
                    <a:pt x="2186660" y="445300"/>
                  </a:lnTo>
                  <a:lnTo>
                    <a:pt x="2185886" y="453517"/>
                  </a:lnTo>
                  <a:lnTo>
                    <a:pt x="2150986" y="482828"/>
                  </a:lnTo>
                  <a:lnTo>
                    <a:pt x="2141143" y="483476"/>
                  </a:lnTo>
                  <a:lnTo>
                    <a:pt x="2128507" y="482092"/>
                  </a:lnTo>
                  <a:lnTo>
                    <a:pt x="2119477" y="477951"/>
                  </a:lnTo>
                  <a:lnTo>
                    <a:pt x="2114054" y="471055"/>
                  </a:lnTo>
                  <a:lnTo>
                    <a:pt x="2112238" y="461391"/>
                  </a:lnTo>
                  <a:lnTo>
                    <a:pt x="2113038" y="454190"/>
                  </a:lnTo>
                  <a:lnTo>
                    <a:pt x="2151456" y="431012"/>
                  </a:lnTo>
                  <a:lnTo>
                    <a:pt x="2186660" y="429564"/>
                  </a:lnTo>
                  <a:lnTo>
                    <a:pt x="2186660" y="399084"/>
                  </a:lnTo>
                  <a:lnTo>
                    <a:pt x="2125802" y="401701"/>
                  </a:lnTo>
                  <a:lnTo>
                    <a:pt x="2075434" y="416115"/>
                  </a:lnTo>
                  <a:lnTo>
                    <a:pt x="2052624" y="446824"/>
                  </a:lnTo>
                  <a:lnTo>
                    <a:pt x="2051126" y="460883"/>
                  </a:lnTo>
                  <a:lnTo>
                    <a:pt x="2051138" y="461391"/>
                  </a:lnTo>
                  <a:lnTo>
                    <a:pt x="2069172" y="505904"/>
                  </a:lnTo>
                  <a:lnTo>
                    <a:pt x="2118690" y="521639"/>
                  </a:lnTo>
                  <a:lnTo>
                    <a:pt x="2130882" y="521246"/>
                  </a:lnTo>
                  <a:lnTo>
                    <a:pt x="2168106" y="511378"/>
                  </a:lnTo>
                  <a:lnTo>
                    <a:pt x="2191156" y="492213"/>
                  </a:lnTo>
                  <a:lnTo>
                    <a:pt x="2192718" y="492213"/>
                  </a:lnTo>
                  <a:lnTo>
                    <a:pt x="2204161" y="518033"/>
                  </a:lnTo>
                  <a:lnTo>
                    <a:pt x="2204237" y="518223"/>
                  </a:lnTo>
                  <a:lnTo>
                    <a:pt x="2245842" y="518223"/>
                  </a:lnTo>
                  <a:lnTo>
                    <a:pt x="2245842" y="492213"/>
                  </a:lnTo>
                  <a:lnTo>
                    <a:pt x="2245842" y="483476"/>
                  </a:lnTo>
                  <a:lnTo>
                    <a:pt x="2245842" y="429564"/>
                  </a:lnTo>
                  <a:lnTo>
                    <a:pt x="2245842" y="390702"/>
                  </a:lnTo>
                  <a:close/>
                </a:path>
              </a:pathLst>
            </a:custGeom>
            <a:solidFill>
              <a:srgbClr val="0C344A"/>
            </a:solidFill>
          </p:spPr>
          <p:txBody>
            <a:bodyPr wrap="square" lIns="0" tIns="0" rIns="0" bIns="0" rtlCol="0"/>
            <a:lstStyle/>
            <a:p/>
          </p:txBody>
        </p:sp>
        <p:pic>
          <p:nvPicPr>
            <p:cNvPr id="24" name="object 24"/>
            <p:cNvPicPr/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7237653" y="7312999"/>
              <a:ext cx="2247084" cy="735731"/>
            </a:xfrm>
            <a:prstGeom prst="rect">
              <a:avLst/>
            </a:prstGeom>
          </p:spPr>
        </p:pic>
        <p:pic>
          <p:nvPicPr>
            <p:cNvPr id="25" name="object 25"/>
            <p:cNvPicPr/>
            <p:nvPr/>
          </p:nvPicPr>
          <p:blipFill>
            <a:blip r:embed="rId6" cstate="print"/>
            <a:stretch>
              <a:fillRect/>
            </a:stretch>
          </p:blipFill>
          <p:spPr>
            <a:xfrm>
              <a:off x="5225470" y="7906903"/>
              <a:ext cx="2535172" cy="1400549"/>
            </a:xfrm>
            <a:prstGeom prst="rect">
              <a:avLst/>
            </a:prstGeom>
          </p:spPr>
        </p:pic>
        <p:pic>
          <p:nvPicPr>
            <p:cNvPr id="26" name="object 26"/>
            <p:cNvPicPr/>
            <p:nvPr/>
          </p:nvPicPr>
          <p:blipFill>
            <a:blip r:embed="rId7" cstate="print"/>
            <a:stretch>
              <a:fillRect/>
            </a:stretch>
          </p:blipFill>
          <p:spPr>
            <a:xfrm>
              <a:off x="6887515" y="9161193"/>
              <a:ext cx="5987794" cy="3248744"/>
            </a:xfrm>
            <a:prstGeom prst="rect">
              <a:avLst/>
            </a:prstGeom>
          </p:spPr>
        </p:pic>
      </p:grpSp>
      <p:grpSp>
        <p:nvGrpSpPr>
          <p:cNvPr id="27" name="object 27" descr=""/>
          <p:cNvGrpSpPr/>
          <p:nvPr/>
        </p:nvGrpSpPr>
        <p:grpSpPr>
          <a:xfrm>
            <a:off x="57617" y="6798106"/>
            <a:ext cx="13345160" cy="13306425"/>
            <a:chOff x="57617" y="6798106"/>
            <a:chExt cx="13345160" cy="13306425"/>
          </a:xfrm>
        </p:grpSpPr>
        <p:pic>
          <p:nvPicPr>
            <p:cNvPr id="28" name="object 28"/>
            <p:cNvPicPr/>
            <p:nvPr/>
          </p:nvPicPr>
          <p:blipFill>
            <a:blip r:embed="rId8" cstate="print"/>
            <a:stretch>
              <a:fillRect/>
            </a:stretch>
          </p:blipFill>
          <p:spPr>
            <a:xfrm>
              <a:off x="57617" y="18778896"/>
              <a:ext cx="1440439" cy="1325201"/>
            </a:xfrm>
            <a:prstGeom prst="rect">
              <a:avLst/>
            </a:prstGeom>
          </p:spPr>
        </p:pic>
        <p:pic>
          <p:nvPicPr>
            <p:cNvPr id="29" name="object 29"/>
            <p:cNvPicPr/>
            <p:nvPr/>
          </p:nvPicPr>
          <p:blipFill>
            <a:blip r:embed="rId9" cstate="print"/>
            <a:stretch>
              <a:fillRect/>
            </a:stretch>
          </p:blipFill>
          <p:spPr>
            <a:xfrm>
              <a:off x="12006615" y="18792192"/>
              <a:ext cx="1396117" cy="1311904"/>
            </a:xfrm>
            <a:prstGeom prst="rect">
              <a:avLst/>
            </a:prstGeom>
          </p:spPr>
        </p:pic>
        <p:pic>
          <p:nvPicPr>
            <p:cNvPr id="30" name="object 30" descr=""/>
            <p:cNvPicPr/>
            <p:nvPr/>
          </p:nvPicPr>
          <p:blipFill>
            <a:blip r:embed="rId10" cstate="print"/>
            <a:stretch>
              <a:fillRect/>
            </a:stretch>
          </p:blipFill>
          <p:spPr>
            <a:xfrm>
              <a:off x="842275" y="12321359"/>
              <a:ext cx="80935" cy="74391"/>
            </a:xfrm>
            <a:prstGeom prst="rect">
              <a:avLst/>
            </a:prstGeom>
          </p:spPr>
        </p:pic>
        <p:pic>
          <p:nvPicPr>
            <p:cNvPr id="31" name="object 31" descr=""/>
            <p:cNvPicPr/>
            <p:nvPr/>
          </p:nvPicPr>
          <p:blipFill>
            <a:blip r:embed="rId11" cstate="print"/>
            <a:stretch>
              <a:fillRect/>
            </a:stretch>
          </p:blipFill>
          <p:spPr>
            <a:xfrm>
              <a:off x="1616535" y="12321875"/>
              <a:ext cx="64610" cy="73863"/>
            </a:xfrm>
            <a:prstGeom prst="rect">
              <a:avLst/>
            </a:prstGeom>
          </p:spPr>
        </p:pic>
        <p:pic>
          <p:nvPicPr>
            <p:cNvPr id="32" name="object 32" descr=""/>
            <p:cNvPicPr/>
            <p:nvPr/>
          </p:nvPicPr>
          <p:blipFill>
            <a:blip r:embed="rId12" cstate="print"/>
            <a:stretch>
              <a:fillRect/>
            </a:stretch>
          </p:blipFill>
          <p:spPr>
            <a:xfrm>
              <a:off x="2375949" y="12320620"/>
              <a:ext cx="71021" cy="76409"/>
            </a:xfrm>
            <a:prstGeom prst="rect">
              <a:avLst/>
            </a:prstGeom>
          </p:spPr>
        </p:pic>
        <p:pic>
          <p:nvPicPr>
            <p:cNvPr id="33" name="object 33" descr=""/>
            <p:cNvPicPr/>
            <p:nvPr/>
          </p:nvPicPr>
          <p:blipFill>
            <a:blip r:embed="rId13" cstate="print"/>
            <a:stretch>
              <a:fillRect/>
            </a:stretch>
          </p:blipFill>
          <p:spPr>
            <a:xfrm>
              <a:off x="3131418" y="12321875"/>
              <a:ext cx="70281" cy="73863"/>
            </a:xfrm>
            <a:prstGeom prst="rect">
              <a:avLst/>
            </a:prstGeom>
          </p:spPr>
        </p:pic>
        <p:pic>
          <p:nvPicPr>
            <p:cNvPr id="34" name="object 34" descr=""/>
            <p:cNvPicPr/>
            <p:nvPr/>
          </p:nvPicPr>
          <p:blipFill>
            <a:blip r:embed="rId14" cstate="print"/>
            <a:stretch>
              <a:fillRect/>
            </a:stretch>
          </p:blipFill>
          <p:spPr>
            <a:xfrm>
              <a:off x="5382287" y="12320620"/>
              <a:ext cx="72624" cy="76409"/>
            </a:xfrm>
            <a:prstGeom prst="rect">
              <a:avLst/>
            </a:prstGeom>
          </p:spPr>
        </p:pic>
        <p:pic>
          <p:nvPicPr>
            <p:cNvPr id="35" name="object 35" descr=""/>
            <p:cNvPicPr/>
            <p:nvPr/>
          </p:nvPicPr>
          <p:blipFill>
            <a:blip r:embed="rId15" cstate="print"/>
            <a:stretch>
              <a:fillRect/>
            </a:stretch>
          </p:blipFill>
          <p:spPr>
            <a:xfrm>
              <a:off x="6143551" y="12321875"/>
              <a:ext cx="64363" cy="73875"/>
            </a:xfrm>
            <a:prstGeom prst="rect">
              <a:avLst/>
            </a:prstGeom>
          </p:spPr>
        </p:pic>
        <p:pic>
          <p:nvPicPr>
            <p:cNvPr id="36" name="object 36" descr=""/>
            <p:cNvPicPr/>
            <p:nvPr/>
          </p:nvPicPr>
          <p:blipFill>
            <a:blip r:embed="rId16" cstate="print"/>
            <a:stretch>
              <a:fillRect/>
            </a:stretch>
          </p:blipFill>
          <p:spPr>
            <a:xfrm>
              <a:off x="590592" y="11810224"/>
              <a:ext cx="239439" cy="76398"/>
            </a:xfrm>
            <a:prstGeom prst="rect">
              <a:avLst/>
            </a:prstGeom>
          </p:spPr>
        </p:pic>
        <p:pic>
          <p:nvPicPr>
            <p:cNvPr id="37" name="object 37" descr=""/>
            <p:cNvPicPr/>
            <p:nvPr/>
          </p:nvPicPr>
          <p:blipFill>
            <a:blip r:embed="rId17" cstate="print"/>
            <a:stretch>
              <a:fillRect/>
            </a:stretch>
          </p:blipFill>
          <p:spPr>
            <a:xfrm>
              <a:off x="528177" y="11431989"/>
              <a:ext cx="313888" cy="76398"/>
            </a:xfrm>
            <a:prstGeom prst="rect">
              <a:avLst/>
            </a:prstGeom>
          </p:spPr>
        </p:pic>
        <p:pic>
          <p:nvPicPr>
            <p:cNvPr id="38" name="object 38" descr=""/>
            <p:cNvPicPr/>
            <p:nvPr/>
          </p:nvPicPr>
          <p:blipFill>
            <a:blip r:embed="rId18" cstate="print"/>
            <a:stretch>
              <a:fillRect/>
            </a:stretch>
          </p:blipFill>
          <p:spPr>
            <a:xfrm>
              <a:off x="527228" y="11053788"/>
              <a:ext cx="315102" cy="76374"/>
            </a:xfrm>
            <a:prstGeom prst="rect">
              <a:avLst/>
            </a:prstGeom>
          </p:spPr>
        </p:pic>
        <p:pic>
          <p:nvPicPr>
            <p:cNvPr id="39" name="object 39" descr=""/>
            <p:cNvPicPr/>
            <p:nvPr/>
          </p:nvPicPr>
          <p:blipFill>
            <a:blip r:embed="rId19" cstate="print"/>
            <a:stretch>
              <a:fillRect/>
            </a:stretch>
          </p:blipFill>
          <p:spPr>
            <a:xfrm>
              <a:off x="522900" y="10675552"/>
              <a:ext cx="322981" cy="76374"/>
            </a:xfrm>
            <a:prstGeom prst="rect">
              <a:avLst/>
            </a:prstGeom>
          </p:spPr>
        </p:pic>
        <p:pic>
          <p:nvPicPr>
            <p:cNvPr id="40" name="object 40" descr=""/>
            <p:cNvPicPr/>
            <p:nvPr/>
          </p:nvPicPr>
          <p:blipFill>
            <a:blip r:embed="rId20" cstate="print"/>
            <a:stretch>
              <a:fillRect/>
            </a:stretch>
          </p:blipFill>
          <p:spPr>
            <a:xfrm>
              <a:off x="527388" y="10297316"/>
              <a:ext cx="315213" cy="76374"/>
            </a:xfrm>
            <a:prstGeom prst="rect">
              <a:avLst/>
            </a:prstGeom>
          </p:spPr>
        </p:pic>
        <p:pic>
          <p:nvPicPr>
            <p:cNvPr id="41" name="object 41" descr=""/>
            <p:cNvPicPr/>
            <p:nvPr/>
          </p:nvPicPr>
          <p:blipFill>
            <a:blip r:embed="rId21" cstate="print"/>
            <a:stretch>
              <a:fillRect/>
            </a:stretch>
          </p:blipFill>
          <p:spPr>
            <a:xfrm>
              <a:off x="526673" y="9919080"/>
              <a:ext cx="317766" cy="76374"/>
            </a:xfrm>
            <a:prstGeom prst="rect">
              <a:avLst/>
            </a:prstGeom>
          </p:spPr>
        </p:pic>
        <p:pic>
          <p:nvPicPr>
            <p:cNvPr id="42" name="object 42" descr=""/>
            <p:cNvPicPr/>
            <p:nvPr/>
          </p:nvPicPr>
          <p:blipFill>
            <a:blip r:embed="rId22" cstate="print"/>
            <a:stretch>
              <a:fillRect/>
            </a:stretch>
          </p:blipFill>
          <p:spPr>
            <a:xfrm>
              <a:off x="531605" y="9540845"/>
              <a:ext cx="309122" cy="76374"/>
            </a:xfrm>
            <a:prstGeom prst="rect">
              <a:avLst/>
            </a:prstGeom>
          </p:spPr>
        </p:pic>
        <p:pic>
          <p:nvPicPr>
            <p:cNvPr id="43" name="object 43" descr=""/>
            <p:cNvPicPr/>
            <p:nvPr/>
          </p:nvPicPr>
          <p:blipFill>
            <a:blip r:embed="rId23" cstate="print"/>
            <a:stretch>
              <a:fillRect/>
            </a:stretch>
          </p:blipFill>
          <p:spPr>
            <a:xfrm>
              <a:off x="527117" y="9176922"/>
              <a:ext cx="315879" cy="76374"/>
            </a:xfrm>
            <a:prstGeom prst="rect">
              <a:avLst/>
            </a:prstGeom>
          </p:spPr>
        </p:pic>
        <p:pic>
          <p:nvPicPr>
            <p:cNvPr id="44" name="object 44" descr=""/>
            <p:cNvPicPr/>
            <p:nvPr/>
          </p:nvPicPr>
          <p:blipFill>
            <a:blip r:embed="rId7" cstate="print"/>
            <a:stretch>
              <a:fillRect/>
            </a:stretch>
          </p:blipFill>
          <p:spPr>
            <a:xfrm>
              <a:off x="527422" y="12946225"/>
              <a:ext cx="5770621" cy="3222151"/>
            </a:xfrm>
            <a:prstGeom prst="rect">
              <a:avLst/>
            </a:prstGeom>
          </p:spPr>
        </p:pic>
        <p:pic>
          <p:nvPicPr>
            <p:cNvPr id="45" name="object 45" descr=""/>
            <p:cNvPicPr/>
            <p:nvPr/>
          </p:nvPicPr>
          <p:blipFill>
            <a:blip r:embed="rId24" cstate="print"/>
            <a:stretch>
              <a:fillRect/>
            </a:stretch>
          </p:blipFill>
          <p:spPr>
            <a:xfrm>
              <a:off x="6315516" y="6798106"/>
              <a:ext cx="197265" cy="250263"/>
            </a:xfrm>
            <a:prstGeom prst="rect">
              <a:avLst/>
            </a:prstGeom>
          </p:spPr>
        </p:pic>
        <p:pic>
          <p:nvPicPr>
            <p:cNvPr id="46" name="object 46" descr=""/>
            <p:cNvPicPr/>
            <p:nvPr/>
          </p:nvPicPr>
          <p:blipFill>
            <a:blip r:embed="rId25" cstate="print"/>
            <a:stretch>
              <a:fillRect/>
            </a:stretch>
          </p:blipFill>
          <p:spPr>
            <a:xfrm>
              <a:off x="7503753" y="16104027"/>
              <a:ext cx="80935" cy="75126"/>
            </a:xfrm>
            <a:prstGeom prst="rect">
              <a:avLst/>
            </a:prstGeom>
          </p:spPr>
        </p:pic>
        <p:pic>
          <p:nvPicPr>
            <p:cNvPr id="47" name="object 47" descr=""/>
            <p:cNvPicPr/>
            <p:nvPr/>
          </p:nvPicPr>
          <p:blipFill>
            <a:blip r:embed="rId26" cstate="print"/>
            <a:stretch>
              <a:fillRect/>
            </a:stretch>
          </p:blipFill>
          <p:spPr>
            <a:xfrm>
              <a:off x="8278012" y="16104549"/>
              <a:ext cx="64610" cy="74593"/>
            </a:xfrm>
            <a:prstGeom prst="rect">
              <a:avLst/>
            </a:prstGeom>
          </p:spPr>
        </p:pic>
        <p:pic>
          <p:nvPicPr>
            <p:cNvPr id="48" name="object 48" descr=""/>
            <p:cNvPicPr/>
            <p:nvPr/>
          </p:nvPicPr>
          <p:blipFill>
            <a:blip r:embed="rId27" cstate="print"/>
            <a:stretch>
              <a:fillRect/>
            </a:stretch>
          </p:blipFill>
          <p:spPr>
            <a:xfrm>
              <a:off x="9037426" y="16103281"/>
              <a:ext cx="71021" cy="77164"/>
            </a:xfrm>
            <a:prstGeom prst="rect">
              <a:avLst/>
            </a:prstGeom>
          </p:spPr>
        </p:pic>
        <p:pic>
          <p:nvPicPr>
            <p:cNvPr id="49" name="object 49" descr=""/>
            <p:cNvPicPr/>
            <p:nvPr/>
          </p:nvPicPr>
          <p:blipFill>
            <a:blip r:embed="rId28" cstate="print"/>
            <a:stretch>
              <a:fillRect/>
            </a:stretch>
          </p:blipFill>
          <p:spPr>
            <a:xfrm>
              <a:off x="9792896" y="16104549"/>
              <a:ext cx="70281" cy="74593"/>
            </a:xfrm>
            <a:prstGeom prst="rect">
              <a:avLst/>
            </a:prstGeom>
          </p:spPr>
        </p:pic>
        <p:sp>
          <p:nvSpPr>
            <p:cNvPr id="50" name="object 50" descr=""/>
            <p:cNvSpPr/>
            <p:nvPr/>
          </p:nvSpPr>
          <p:spPr>
            <a:xfrm>
              <a:off x="10562908" y="16104552"/>
              <a:ext cx="804545" cy="74930"/>
            </a:xfrm>
            <a:custGeom>
              <a:avLst/>
              <a:gdLst/>
              <a:ahLst/>
              <a:cxnLst/>
              <a:rect l="l" t="t" r="r" b="b"/>
              <a:pathLst>
                <a:path w="804545" h="74930">
                  <a:moveTo>
                    <a:pt x="58204" y="62877"/>
                  </a:moveTo>
                  <a:lnTo>
                    <a:pt x="13690" y="62877"/>
                  </a:lnTo>
                  <a:lnTo>
                    <a:pt x="13690" y="42849"/>
                  </a:lnTo>
                  <a:lnTo>
                    <a:pt x="52654" y="42849"/>
                  </a:lnTo>
                  <a:lnTo>
                    <a:pt x="52654" y="31127"/>
                  </a:lnTo>
                  <a:lnTo>
                    <a:pt x="13690" y="31127"/>
                  </a:lnTo>
                  <a:lnTo>
                    <a:pt x="13690" y="11722"/>
                  </a:lnTo>
                  <a:lnTo>
                    <a:pt x="57581" y="11722"/>
                  </a:lnTo>
                  <a:lnTo>
                    <a:pt x="57581" y="0"/>
                  </a:lnTo>
                  <a:lnTo>
                    <a:pt x="0" y="0"/>
                  </a:lnTo>
                  <a:lnTo>
                    <a:pt x="0" y="74599"/>
                  </a:lnTo>
                  <a:lnTo>
                    <a:pt x="58204" y="74599"/>
                  </a:lnTo>
                  <a:lnTo>
                    <a:pt x="58204" y="62877"/>
                  </a:lnTo>
                  <a:close/>
                </a:path>
                <a:path w="804545" h="74930">
                  <a:moveTo>
                    <a:pt x="803922" y="0"/>
                  </a:moveTo>
                  <a:lnTo>
                    <a:pt x="746099" y="0"/>
                  </a:lnTo>
                  <a:lnTo>
                    <a:pt x="746099" y="74612"/>
                  </a:lnTo>
                  <a:lnTo>
                    <a:pt x="759790" y="74612"/>
                  </a:lnTo>
                  <a:lnTo>
                    <a:pt x="759790" y="44246"/>
                  </a:lnTo>
                  <a:lnTo>
                    <a:pt x="798868" y="44246"/>
                  </a:lnTo>
                  <a:lnTo>
                    <a:pt x="798868" y="32296"/>
                  </a:lnTo>
                  <a:lnTo>
                    <a:pt x="759790" y="32296"/>
                  </a:lnTo>
                  <a:lnTo>
                    <a:pt x="759790" y="11950"/>
                  </a:lnTo>
                  <a:lnTo>
                    <a:pt x="803922" y="11950"/>
                  </a:lnTo>
                  <a:lnTo>
                    <a:pt x="803922" y="0"/>
                  </a:lnTo>
                  <a:close/>
                </a:path>
              </a:pathLst>
            </a:custGeom>
            <a:solidFill>
              <a:srgbClr val="333333"/>
            </a:solidFill>
          </p:spPr>
          <p:txBody>
            <a:bodyPr wrap="square" lIns="0" tIns="0" rIns="0" bIns="0" rtlCol="0"/>
            <a:lstStyle/>
            <a:p/>
          </p:txBody>
        </p:sp>
        <p:pic>
          <p:nvPicPr>
            <p:cNvPr id="51" name="object 51" descr=""/>
            <p:cNvPicPr/>
            <p:nvPr/>
          </p:nvPicPr>
          <p:blipFill>
            <a:blip r:embed="rId14" cstate="print"/>
            <a:stretch>
              <a:fillRect/>
            </a:stretch>
          </p:blipFill>
          <p:spPr>
            <a:xfrm>
              <a:off x="12043765" y="16103281"/>
              <a:ext cx="72624" cy="77164"/>
            </a:xfrm>
            <a:prstGeom prst="rect">
              <a:avLst/>
            </a:prstGeom>
          </p:spPr>
        </p:pic>
        <p:pic>
          <p:nvPicPr>
            <p:cNvPr id="52" name="object 52" descr=""/>
            <p:cNvPicPr/>
            <p:nvPr/>
          </p:nvPicPr>
          <p:blipFill>
            <a:blip r:embed="rId29" cstate="print"/>
            <a:stretch>
              <a:fillRect/>
            </a:stretch>
          </p:blipFill>
          <p:spPr>
            <a:xfrm>
              <a:off x="12805028" y="16104549"/>
              <a:ext cx="64363" cy="74604"/>
            </a:xfrm>
            <a:prstGeom prst="rect">
              <a:avLst/>
            </a:prstGeom>
          </p:spPr>
        </p:pic>
        <p:sp>
          <p:nvSpPr>
            <p:cNvPr id="53" name="object 53" descr=""/>
            <p:cNvSpPr/>
            <p:nvPr/>
          </p:nvSpPr>
          <p:spPr>
            <a:xfrm>
              <a:off x="7550409" y="12964919"/>
              <a:ext cx="5293995" cy="3058795"/>
            </a:xfrm>
            <a:custGeom>
              <a:avLst/>
              <a:gdLst/>
              <a:ahLst/>
              <a:cxnLst/>
              <a:rect l="l" t="t" r="r" b="b"/>
              <a:pathLst>
                <a:path w="5293995" h="3058794">
                  <a:moveTo>
                    <a:pt x="5293581" y="0"/>
                  </a:moveTo>
                  <a:lnTo>
                    <a:pt x="0" y="0"/>
                  </a:lnTo>
                  <a:lnTo>
                    <a:pt x="0" y="3058472"/>
                  </a:lnTo>
                  <a:lnTo>
                    <a:pt x="5293582" y="3058472"/>
                  </a:lnTo>
                  <a:lnTo>
                    <a:pt x="5293581" y="0"/>
                  </a:lnTo>
                  <a:close/>
                </a:path>
              </a:pathLst>
            </a:custGeom>
            <a:solidFill>
              <a:srgbClr val="F5F5F5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54" name="object 54" descr=""/>
            <p:cNvSpPr/>
            <p:nvPr/>
          </p:nvSpPr>
          <p:spPr>
            <a:xfrm>
              <a:off x="8304263" y="12965353"/>
              <a:ext cx="3782695" cy="3061335"/>
            </a:xfrm>
            <a:custGeom>
              <a:avLst/>
              <a:gdLst/>
              <a:ahLst/>
              <a:cxnLst/>
              <a:rect l="l" t="t" r="r" b="b"/>
              <a:pathLst>
                <a:path w="3782695" h="3061334">
                  <a:moveTo>
                    <a:pt x="756513" y="0"/>
                  </a:moveTo>
                  <a:lnTo>
                    <a:pt x="0" y="0"/>
                  </a:lnTo>
                  <a:lnTo>
                    <a:pt x="12" y="3061208"/>
                  </a:lnTo>
                  <a:lnTo>
                    <a:pt x="756513" y="3061208"/>
                  </a:lnTo>
                  <a:lnTo>
                    <a:pt x="756513" y="0"/>
                  </a:lnTo>
                  <a:close/>
                </a:path>
                <a:path w="3782695" h="3061334">
                  <a:moveTo>
                    <a:pt x="2269540" y="0"/>
                  </a:moveTo>
                  <a:lnTo>
                    <a:pt x="1513039" y="0"/>
                  </a:lnTo>
                  <a:lnTo>
                    <a:pt x="1513039" y="3061208"/>
                  </a:lnTo>
                  <a:lnTo>
                    <a:pt x="2269540" y="3061208"/>
                  </a:lnTo>
                  <a:lnTo>
                    <a:pt x="2269540" y="0"/>
                  </a:lnTo>
                  <a:close/>
                </a:path>
                <a:path w="3782695" h="3061334">
                  <a:moveTo>
                    <a:pt x="3782580" y="0"/>
                  </a:moveTo>
                  <a:lnTo>
                    <a:pt x="3026067" y="0"/>
                  </a:lnTo>
                  <a:lnTo>
                    <a:pt x="3026067" y="3061208"/>
                  </a:lnTo>
                  <a:lnTo>
                    <a:pt x="3782580" y="3061208"/>
                  </a:lnTo>
                  <a:lnTo>
                    <a:pt x="3782580" y="0"/>
                  </a:lnTo>
                  <a:close/>
                </a:path>
              </a:pathLst>
            </a:custGeom>
            <a:solidFill>
              <a:srgbClr val="6D7B7B">
                <a:alpha val="9803"/>
              </a:srgbClr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55" name="object 55" descr=""/>
            <p:cNvSpPr/>
            <p:nvPr/>
          </p:nvSpPr>
          <p:spPr>
            <a:xfrm>
              <a:off x="8296503" y="12966395"/>
              <a:ext cx="3797300" cy="3060700"/>
            </a:xfrm>
            <a:custGeom>
              <a:avLst/>
              <a:gdLst/>
              <a:ahLst/>
              <a:cxnLst/>
              <a:rect l="l" t="t" r="r" b="b"/>
              <a:pathLst>
                <a:path w="3797300" h="3060700">
                  <a:moveTo>
                    <a:pt x="18491" y="0"/>
                  </a:moveTo>
                  <a:lnTo>
                    <a:pt x="0" y="0"/>
                  </a:lnTo>
                  <a:lnTo>
                    <a:pt x="0" y="3060382"/>
                  </a:lnTo>
                  <a:lnTo>
                    <a:pt x="18491" y="3060382"/>
                  </a:lnTo>
                  <a:lnTo>
                    <a:pt x="18491" y="0"/>
                  </a:lnTo>
                  <a:close/>
                </a:path>
                <a:path w="3797300" h="3060700">
                  <a:moveTo>
                    <a:pt x="774204" y="0"/>
                  </a:moveTo>
                  <a:lnTo>
                    <a:pt x="755713" y="0"/>
                  </a:lnTo>
                  <a:lnTo>
                    <a:pt x="755713" y="3060382"/>
                  </a:lnTo>
                  <a:lnTo>
                    <a:pt x="774204" y="3060382"/>
                  </a:lnTo>
                  <a:lnTo>
                    <a:pt x="774204" y="0"/>
                  </a:lnTo>
                  <a:close/>
                </a:path>
                <a:path w="3797300" h="3060700">
                  <a:moveTo>
                    <a:pt x="1529803" y="0"/>
                  </a:moveTo>
                  <a:lnTo>
                    <a:pt x="1511300" y="0"/>
                  </a:lnTo>
                  <a:lnTo>
                    <a:pt x="1511300" y="3060382"/>
                  </a:lnTo>
                  <a:lnTo>
                    <a:pt x="1529803" y="3060382"/>
                  </a:lnTo>
                  <a:lnTo>
                    <a:pt x="1529803" y="0"/>
                  </a:lnTo>
                  <a:close/>
                </a:path>
                <a:path w="3797300" h="3060700">
                  <a:moveTo>
                    <a:pt x="2285390" y="0"/>
                  </a:moveTo>
                  <a:lnTo>
                    <a:pt x="2266899" y="0"/>
                  </a:lnTo>
                  <a:lnTo>
                    <a:pt x="2266899" y="3060382"/>
                  </a:lnTo>
                  <a:lnTo>
                    <a:pt x="2285390" y="3060382"/>
                  </a:lnTo>
                  <a:lnTo>
                    <a:pt x="2285390" y="0"/>
                  </a:lnTo>
                  <a:close/>
                </a:path>
                <a:path w="3797300" h="3060700">
                  <a:moveTo>
                    <a:pt x="3040989" y="0"/>
                  </a:moveTo>
                  <a:lnTo>
                    <a:pt x="3022485" y="0"/>
                  </a:lnTo>
                  <a:lnTo>
                    <a:pt x="3022485" y="3060382"/>
                  </a:lnTo>
                  <a:lnTo>
                    <a:pt x="3040989" y="3060382"/>
                  </a:lnTo>
                  <a:lnTo>
                    <a:pt x="3040989" y="0"/>
                  </a:lnTo>
                  <a:close/>
                </a:path>
                <a:path w="3797300" h="3060700">
                  <a:moveTo>
                    <a:pt x="3796703" y="0"/>
                  </a:moveTo>
                  <a:lnTo>
                    <a:pt x="3778199" y="0"/>
                  </a:lnTo>
                  <a:lnTo>
                    <a:pt x="3778199" y="3060382"/>
                  </a:lnTo>
                  <a:lnTo>
                    <a:pt x="3796703" y="3060382"/>
                  </a:lnTo>
                  <a:lnTo>
                    <a:pt x="3796703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56" name="object 56" descr=""/>
            <p:cNvSpPr/>
            <p:nvPr/>
          </p:nvSpPr>
          <p:spPr>
            <a:xfrm>
              <a:off x="7199136" y="15588593"/>
              <a:ext cx="30480" cy="75565"/>
            </a:xfrm>
            <a:custGeom>
              <a:avLst/>
              <a:gdLst/>
              <a:ahLst/>
              <a:cxnLst/>
              <a:rect l="l" t="t" r="r" b="b"/>
              <a:pathLst>
                <a:path w="30479" h="75565">
                  <a:moveTo>
                    <a:pt x="30393" y="0"/>
                  </a:moveTo>
                  <a:lnTo>
                    <a:pt x="20961" y="0"/>
                  </a:lnTo>
                  <a:lnTo>
                    <a:pt x="0" y="6397"/>
                  </a:lnTo>
                  <a:lnTo>
                    <a:pt x="2885" y="17048"/>
                  </a:lnTo>
                  <a:lnTo>
                    <a:pt x="16867" y="13316"/>
                  </a:lnTo>
                  <a:lnTo>
                    <a:pt x="16867" y="75126"/>
                  </a:lnTo>
                  <a:lnTo>
                    <a:pt x="30393" y="75126"/>
                  </a:lnTo>
                  <a:lnTo>
                    <a:pt x="30393" y="0"/>
                  </a:lnTo>
                  <a:close/>
                </a:path>
              </a:pathLst>
            </a:custGeom>
            <a:solidFill>
              <a:srgbClr val="333333"/>
            </a:solidFill>
          </p:spPr>
          <p:txBody>
            <a:bodyPr wrap="square" lIns="0" tIns="0" rIns="0" bIns="0" rtlCol="0"/>
            <a:lstStyle/>
            <a:p/>
          </p:txBody>
        </p:sp>
        <p:pic>
          <p:nvPicPr>
            <p:cNvPr id="57" name="object 57" descr=""/>
            <p:cNvPicPr/>
            <p:nvPr/>
          </p:nvPicPr>
          <p:blipFill>
            <a:blip r:embed="rId16" cstate="print"/>
            <a:stretch>
              <a:fillRect/>
            </a:stretch>
          </p:blipFill>
          <p:spPr>
            <a:xfrm>
              <a:off x="7252069" y="15587846"/>
              <a:ext cx="239439" cy="77152"/>
            </a:xfrm>
            <a:prstGeom prst="rect">
              <a:avLst/>
            </a:prstGeom>
          </p:spPr>
        </p:pic>
        <p:pic>
          <p:nvPicPr>
            <p:cNvPr id="58" name="object 58" descr=""/>
            <p:cNvPicPr/>
            <p:nvPr/>
          </p:nvPicPr>
          <p:blipFill>
            <a:blip r:embed="rId17" cstate="print"/>
            <a:stretch>
              <a:fillRect/>
            </a:stretch>
          </p:blipFill>
          <p:spPr>
            <a:xfrm>
              <a:off x="7189655" y="15205877"/>
              <a:ext cx="313888" cy="77152"/>
            </a:xfrm>
            <a:prstGeom prst="rect">
              <a:avLst/>
            </a:prstGeom>
          </p:spPr>
        </p:pic>
        <p:pic>
          <p:nvPicPr>
            <p:cNvPr id="59" name="object 59" descr=""/>
            <p:cNvPicPr/>
            <p:nvPr/>
          </p:nvPicPr>
          <p:blipFill>
            <a:blip r:embed="rId30" cstate="print"/>
            <a:stretch>
              <a:fillRect/>
            </a:stretch>
          </p:blipFill>
          <p:spPr>
            <a:xfrm>
              <a:off x="7188705" y="14823942"/>
              <a:ext cx="315102" cy="77128"/>
            </a:xfrm>
            <a:prstGeom prst="rect">
              <a:avLst/>
            </a:prstGeom>
          </p:spPr>
        </p:pic>
        <p:pic>
          <p:nvPicPr>
            <p:cNvPr id="60" name="object 60" descr=""/>
            <p:cNvPicPr/>
            <p:nvPr/>
          </p:nvPicPr>
          <p:blipFill>
            <a:blip r:embed="rId31" cstate="print"/>
            <a:stretch>
              <a:fillRect/>
            </a:stretch>
          </p:blipFill>
          <p:spPr>
            <a:xfrm>
              <a:off x="7184377" y="14441972"/>
              <a:ext cx="322981" cy="77128"/>
            </a:xfrm>
            <a:prstGeom prst="rect">
              <a:avLst/>
            </a:prstGeom>
          </p:spPr>
        </p:pic>
        <p:pic>
          <p:nvPicPr>
            <p:cNvPr id="61" name="object 61" descr=""/>
            <p:cNvPicPr/>
            <p:nvPr/>
          </p:nvPicPr>
          <p:blipFill>
            <a:blip r:embed="rId32" cstate="print"/>
            <a:stretch>
              <a:fillRect/>
            </a:stretch>
          </p:blipFill>
          <p:spPr>
            <a:xfrm>
              <a:off x="7188865" y="14060003"/>
              <a:ext cx="315213" cy="77128"/>
            </a:xfrm>
            <a:prstGeom prst="rect">
              <a:avLst/>
            </a:prstGeom>
          </p:spPr>
        </p:pic>
        <p:pic>
          <p:nvPicPr>
            <p:cNvPr id="62" name="object 62" descr=""/>
            <p:cNvPicPr/>
            <p:nvPr/>
          </p:nvPicPr>
          <p:blipFill>
            <a:blip r:embed="rId33" cstate="print"/>
            <a:stretch>
              <a:fillRect/>
            </a:stretch>
          </p:blipFill>
          <p:spPr>
            <a:xfrm>
              <a:off x="7188150" y="13678032"/>
              <a:ext cx="317766" cy="77128"/>
            </a:xfrm>
            <a:prstGeom prst="rect">
              <a:avLst/>
            </a:prstGeom>
          </p:spPr>
        </p:pic>
        <p:pic>
          <p:nvPicPr>
            <p:cNvPr id="63" name="object 63" descr=""/>
            <p:cNvPicPr/>
            <p:nvPr/>
          </p:nvPicPr>
          <p:blipFill>
            <a:blip r:embed="rId34" cstate="print"/>
            <a:stretch>
              <a:fillRect/>
            </a:stretch>
          </p:blipFill>
          <p:spPr>
            <a:xfrm>
              <a:off x="7193082" y="13296062"/>
              <a:ext cx="309122" cy="77128"/>
            </a:xfrm>
            <a:prstGeom prst="rect">
              <a:avLst/>
            </a:prstGeom>
          </p:spPr>
        </p:pic>
        <p:pic>
          <p:nvPicPr>
            <p:cNvPr id="64" name="object 64" descr=""/>
            <p:cNvPicPr/>
            <p:nvPr/>
          </p:nvPicPr>
          <p:blipFill>
            <a:blip r:embed="rId35" cstate="print"/>
            <a:stretch>
              <a:fillRect/>
            </a:stretch>
          </p:blipFill>
          <p:spPr>
            <a:xfrm>
              <a:off x="7188593" y="12928547"/>
              <a:ext cx="315879" cy="77128"/>
            </a:xfrm>
            <a:prstGeom prst="rect">
              <a:avLst/>
            </a:prstGeom>
          </p:spPr>
        </p:pic>
        <p:sp>
          <p:nvSpPr>
            <p:cNvPr id="65" name="object 65" descr=""/>
            <p:cNvSpPr/>
            <p:nvPr/>
          </p:nvSpPr>
          <p:spPr>
            <a:xfrm>
              <a:off x="7535009" y="13448187"/>
              <a:ext cx="5307330" cy="2375535"/>
            </a:xfrm>
            <a:custGeom>
              <a:avLst/>
              <a:gdLst/>
              <a:ahLst/>
              <a:cxnLst/>
              <a:rect l="l" t="t" r="r" b="b"/>
              <a:pathLst>
                <a:path w="5307330" h="2375534">
                  <a:moveTo>
                    <a:pt x="5294431" y="0"/>
                  </a:moveTo>
                  <a:lnTo>
                    <a:pt x="4533168" y="365027"/>
                  </a:lnTo>
                  <a:lnTo>
                    <a:pt x="3783125" y="266691"/>
                  </a:lnTo>
                  <a:lnTo>
                    <a:pt x="3024327" y="1221379"/>
                  </a:lnTo>
                  <a:lnTo>
                    <a:pt x="2266639" y="991534"/>
                  </a:lnTo>
                  <a:lnTo>
                    <a:pt x="1516843" y="1559513"/>
                  </a:lnTo>
                  <a:lnTo>
                    <a:pt x="754716" y="1423146"/>
                  </a:lnTo>
                  <a:lnTo>
                    <a:pt x="0" y="2358889"/>
                  </a:lnTo>
                  <a:lnTo>
                    <a:pt x="21935" y="2375227"/>
                  </a:lnTo>
                  <a:lnTo>
                    <a:pt x="766306" y="1452410"/>
                  </a:lnTo>
                  <a:lnTo>
                    <a:pt x="1524117" y="1587947"/>
                  </a:lnTo>
                  <a:lnTo>
                    <a:pt x="2272188" y="1021153"/>
                  </a:lnTo>
                  <a:lnTo>
                    <a:pt x="3034561" y="1252420"/>
                  </a:lnTo>
                  <a:lnTo>
                    <a:pt x="3795331" y="295244"/>
                  </a:lnTo>
                  <a:lnTo>
                    <a:pt x="4537977" y="392632"/>
                  </a:lnTo>
                  <a:lnTo>
                    <a:pt x="5306885" y="23813"/>
                  </a:lnTo>
                  <a:lnTo>
                    <a:pt x="5294431" y="0"/>
                  </a:lnTo>
                  <a:close/>
                </a:path>
              </a:pathLst>
            </a:custGeom>
            <a:solidFill>
              <a:srgbClr val="308DDE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66" name="object 66" descr=""/>
            <p:cNvSpPr/>
            <p:nvPr/>
          </p:nvSpPr>
          <p:spPr>
            <a:xfrm>
              <a:off x="7538080" y="13055199"/>
              <a:ext cx="5306060" cy="2143760"/>
            </a:xfrm>
            <a:custGeom>
              <a:avLst/>
              <a:gdLst/>
              <a:ahLst/>
              <a:cxnLst/>
              <a:rect l="l" t="t" r="r" b="b"/>
              <a:pathLst>
                <a:path w="5306059" h="2143759">
                  <a:moveTo>
                    <a:pt x="759907" y="0"/>
                  </a:moveTo>
                  <a:lnTo>
                    <a:pt x="0" y="500565"/>
                  </a:lnTo>
                  <a:lnTo>
                    <a:pt x="15782" y="522602"/>
                  </a:lnTo>
                  <a:lnTo>
                    <a:pt x="754851" y="35780"/>
                  </a:lnTo>
                  <a:lnTo>
                    <a:pt x="1506374" y="899951"/>
                  </a:lnTo>
                  <a:lnTo>
                    <a:pt x="2282928" y="1980106"/>
                  </a:lnTo>
                  <a:lnTo>
                    <a:pt x="3025819" y="1264860"/>
                  </a:lnTo>
                  <a:lnTo>
                    <a:pt x="3783877" y="2076902"/>
                  </a:lnTo>
                  <a:lnTo>
                    <a:pt x="4532071" y="1602046"/>
                  </a:lnTo>
                  <a:lnTo>
                    <a:pt x="5289266" y="2143569"/>
                  </a:lnTo>
                  <a:lnTo>
                    <a:pt x="5305912" y="2122196"/>
                  </a:lnTo>
                  <a:lnTo>
                    <a:pt x="4532934" y="1569465"/>
                  </a:lnTo>
                  <a:lnTo>
                    <a:pt x="3788563" y="2042070"/>
                  </a:lnTo>
                  <a:lnTo>
                    <a:pt x="3026929" y="1226118"/>
                  </a:lnTo>
                  <a:lnTo>
                    <a:pt x="2286750" y="1938639"/>
                  </a:lnTo>
                  <a:lnTo>
                    <a:pt x="1528815" y="884312"/>
                  </a:lnTo>
                  <a:lnTo>
                    <a:pt x="759907" y="0"/>
                  </a:lnTo>
                  <a:close/>
                </a:path>
              </a:pathLst>
            </a:custGeom>
            <a:solidFill>
              <a:srgbClr val="1CD0BA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67" name="object 67" descr=""/>
            <p:cNvSpPr/>
            <p:nvPr/>
          </p:nvSpPr>
          <p:spPr>
            <a:xfrm>
              <a:off x="7539806" y="13650545"/>
              <a:ext cx="5299075" cy="1938020"/>
            </a:xfrm>
            <a:custGeom>
              <a:avLst/>
              <a:gdLst/>
              <a:ahLst/>
              <a:cxnLst/>
              <a:rect l="l" t="t" r="r" b="b"/>
              <a:pathLst>
                <a:path w="5299075" h="1938019">
                  <a:moveTo>
                    <a:pt x="758674" y="0"/>
                  </a:moveTo>
                  <a:lnTo>
                    <a:pt x="0" y="364672"/>
                  </a:lnTo>
                  <a:lnTo>
                    <a:pt x="12330" y="388486"/>
                  </a:lnTo>
                  <a:lnTo>
                    <a:pt x="752632" y="32699"/>
                  </a:lnTo>
                  <a:lnTo>
                    <a:pt x="1505635" y="799483"/>
                  </a:lnTo>
                  <a:lnTo>
                    <a:pt x="2259624" y="1283461"/>
                  </a:lnTo>
                  <a:lnTo>
                    <a:pt x="3021011" y="1370423"/>
                  </a:lnTo>
                  <a:lnTo>
                    <a:pt x="3780671" y="1690619"/>
                  </a:lnTo>
                  <a:lnTo>
                    <a:pt x="4528495" y="1784204"/>
                  </a:lnTo>
                  <a:lnTo>
                    <a:pt x="5293088" y="1937549"/>
                  </a:lnTo>
                  <a:lnTo>
                    <a:pt x="5298760" y="1911461"/>
                  </a:lnTo>
                  <a:lnTo>
                    <a:pt x="4533551" y="1757997"/>
                  </a:lnTo>
                  <a:lnTo>
                    <a:pt x="3788193" y="1664673"/>
                  </a:lnTo>
                  <a:lnTo>
                    <a:pt x="3028285" y="1344358"/>
                  </a:lnTo>
                  <a:lnTo>
                    <a:pt x="2269611" y="1257752"/>
                  </a:lnTo>
                  <a:lnTo>
                    <a:pt x="1524746" y="780052"/>
                  </a:lnTo>
                  <a:lnTo>
                    <a:pt x="758674" y="0"/>
                  </a:lnTo>
                  <a:close/>
                </a:path>
              </a:pathLst>
            </a:custGeom>
            <a:solidFill>
              <a:srgbClr val="FFA300"/>
            </a:solidFill>
          </p:spPr>
          <p:txBody>
            <a:bodyPr wrap="square" lIns="0" tIns="0" rIns="0" bIns="0" rtlCol="0"/>
            <a:lstStyle/>
            <a:p/>
          </p:txBody>
        </p:sp>
      </p:grp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Application>Microsoft Office PowerPoint</Application>
  <PresentationFormat>On-screen Show (4:3)</PresentationFormat>
  <ScaleCrop>false</ScaleCrop>
  <LinksUpToDate>false</LinksUpToDate>
  <SharedDoc>false</SharedDoc>
  <HyperlinksChanged>false</HyperlinksChanged>
  <AppVersion>12.0000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2025-11-03T05:41:17Z</dcterms:created>
  <dcterms:modified xsi:type="dcterms:W3CDTF">2025-11-03T05:41:17Z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reated">
    <vt:filetime>2025-11-02T00:00:00Z</vt:filetime>
  </property>
  <property fmtid="{D5CDD505-2E9C-101B-9397-08002B2CF9AE}" pid="3" name="LastSaved">
    <vt:filetime>2025-11-03T00:00:00Z</vt:filetime>
  </property>
</Properties>
</file>