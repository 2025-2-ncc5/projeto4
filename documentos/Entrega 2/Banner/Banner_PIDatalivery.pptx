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3398500" cy="20104100"/>
  <p:notesSz cx="133985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1218" y="-42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05363" y="6232271"/>
            <a:ext cx="11394123" cy="42218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010727" y="11258296"/>
            <a:ext cx="9383395" cy="5026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70242" y="4623943"/>
            <a:ext cx="583111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903497" y="4623943"/>
            <a:ext cx="583111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11/6/2025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11/6/2025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432" y="4429"/>
            <a:ext cx="13393868" cy="200952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0242" y="804164"/>
            <a:ext cx="12064365" cy="32166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0242" y="4623943"/>
            <a:ext cx="12064365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57649" y="18696814"/>
            <a:ext cx="4289552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70242" y="18696814"/>
            <a:ext cx="3083115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651492" y="18696814"/>
            <a:ext cx="3083115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34" Type="http://schemas.openxmlformats.org/officeDocument/2006/relationships/image" Target="../media/image34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33" Type="http://schemas.openxmlformats.org/officeDocument/2006/relationships/image" Target="../media/image33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29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31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Relationship Id="rId30" Type="http://schemas.openxmlformats.org/officeDocument/2006/relationships/image" Target="../media/image30.png"/><Relationship Id="rId35" Type="http://schemas.openxmlformats.org/officeDocument/2006/relationships/image" Target="../media/image35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1324" y="2563840"/>
            <a:ext cx="1717675" cy="307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dirty="0">
                <a:latin typeface="Arial"/>
                <a:cs typeface="Arial"/>
              </a:rPr>
              <a:t>Sobre</a:t>
            </a:r>
            <a:r>
              <a:rPr sz="1850" b="1" spc="15" dirty="0">
                <a:latin typeface="Arial"/>
                <a:cs typeface="Arial"/>
              </a:rPr>
              <a:t> </a:t>
            </a:r>
            <a:r>
              <a:rPr sz="1850" b="1" dirty="0">
                <a:latin typeface="Arial"/>
                <a:cs typeface="Arial"/>
              </a:rPr>
              <a:t>a </a:t>
            </a:r>
            <a:r>
              <a:rPr sz="1850" b="1" spc="-10" dirty="0">
                <a:latin typeface="Arial"/>
                <a:cs typeface="Arial"/>
              </a:rPr>
              <a:t>equipe</a:t>
            </a:r>
            <a:endParaRPr sz="185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51324" y="3131003"/>
            <a:ext cx="6127115" cy="290143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820419" algn="just">
              <a:lnSpc>
                <a:spcPct val="100299"/>
              </a:lnSpc>
              <a:spcBef>
                <a:spcPts val="85"/>
              </a:spcBef>
            </a:pPr>
            <a:r>
              <a:rPr sz="1300" dirty="0">
                <a:latin typeface="Arial"/>
                <a:cs typeface="Arial"/>
              </a:rPr>
              <a:t>A</a:t>
            </a:r>
            <a:r>
              <a:rPr sz="1300" spc="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equipe</a:t>
            </a:r>
            <a:r>
              <a:rPr sz="1300" spc="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da</a:t>
            </a:r>
            <a:r>
              <a:rPr sz="1300" spc="75" dirty="0">
                <a:latin typeface="Arial"/>
                <a:cs typeface="Arial"/>
              </a:rPr>
              <a:t> </a:t>
            </a:r>
            <a:r>
              <a:rPr sz="1300" b="1" dirty="0">
                <a:latin typeface="Arial"/>
                <a:cs typeface="Arial"/>
              </a:rPr>
              <a:t>Datalivery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é</a:t>
            </a:r>
            <a:r>
              <a:rPr sz="1300" spc="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formada</a:t>
            </a:r>
            <a:r>
              <a:rPr sz="1300" spc="6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por</a:t>
            </a:r>
            <a:r>
              <a:rPr sz="1300" spc="6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um</a:t>
            </a:r>
            <a:r>
              <a:rPr sz="1300" spc="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grupo</a:t>
            </a:r>
            <a:r>
              <a:rPr sz="1300" spc="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estudantes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spc="-25" dirty="0">
                <a:latin typeface="Arial"/>
                <a:cs typeface="Arial"/>
              </a:rPr>
              <a:t>do </a:t>
            </a:r>
            <a:r>
              <a:rPr sz="1300" dirty="0">
                <a:latin typeface="Arial"/>
                <a:cs typeface="Arial"/>
              </a:rPr>
              <a:t>quinto</a:t>
            </a:r>
            <a:r>
              <a:rPr sz="1300" spc="12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semestre</a:t>
            </a:r>
            <a:r>
              <a:rPr sz="1300" spc="10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10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Ciências</a:t>
            </a:r>
            <a:r>
              <a:rPr sz="1300" spc="1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da</a:t>
            </a:r>
            <a:r>
              <a:rPr sz="1300" spc="10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Computação,</a:t>
            </a:r>
            <a:r>
              <a:rPr sz="1300" spc="10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apaixonados</a:t>
            </a:r>
            <a:r>
              <a:rPr sz="1300" spc="114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pela</a:t>
            </a:r>
            <a:r>
              <a:rPr sz="1300" spc="1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inovação</a:t>
            </a:r>
            <a:r>
              <a:rPr sz="1300" spc="125" dirty="0">
                <a:latin typeface="Arial"/>
                <a:cs typeface="Arial"/>
              </a:rPr>
              <a:t> </a:t>
            </a:r>
            <a:r>
              <a:rPr sz="1300" spc="-50" dirty="0">
                <a:latin typeface="Arial"/>
                <a:cs typeface="Arial"/>
              </a:rPr>
              <a:t>e </a:t>
            </a:r>
            <a:r>
              <a:rPr sz="1300" dirty="0">
                <a:latin typeface="Arial"/>
                <a:cs typeface="Arial"/>
              </a:rPr>
              <a:t>dados.</a:t>
            </a:r>
            <a:endParaRPr lang="pt-BR" sz="1300" dirty="0">
              <a:latin typeface="Arial"/>
              <a:cs typeface="Arial"/>
            </a:endParaRPr>
          </a:p>
          <a:p>
            <a:pPr marL="12700" marR="5080" indent="820419" algn="just">
              <a:lnSpc>
                <a:spcPct val="100299"/>
              </a:lnSpc>
              <a:spcBef>
                <a:spcPts val="85"/>
              </a:spcBef>
            </a:pPr>
            <a:r>
              <a:rPr sz="1300" spc="-2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Nossa </a:t>
            </a:r>
            <a:r>
              <a:rPr sz="1300" dirty="0">
                <a:latin typeface="Arial"/>
                <a:cs typeface="Arial"/>
              </a:rPr>
              <a:t>força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está</a:t>
            </a:r>
            <a:r>
              <a:rPr sz="1300" spc="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na</a:t>
            </a:r>
            <a:r>
              <a:rPr sz="1300" spc="40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multidisciplinaridade:</a:t>
            </a:r>
            <a:r>
              <a:rPr sz="1300" spc="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cada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membro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trouxe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sua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visão,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talento</a:t>
            </a:r>
            <a:r>
              <a:rPr sz="1300" spc="50" dirty="0">
                <a:latin typeface="Arial"/>
                <a:cs typeface="Arial"/>
              </a:rPr>
              <a:t> </a:t>
            </a:r>
            <a:r>
              <a:rPr sz="1300" spc="-50" dirty="0">
                <a:latin typeface="Arial"/>
                <a:cs typeface="Arial"/>
              </a:rPr>
              <a:t>e </a:t>
            </a:r>
            <a:r>
              <a:rPr sz="1300" dirty="0">
                <a:latin typeface="Arial"/>
                <a:cs typeface="Arial"/>
              </a:rPr>
              <a:t>dedicação</a:t>
            </a:r>
            <a:r>
              <a:rPr sz="1300" spc="11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para</a:t>
            </a:r>
            <a:r>
              <a:rPr sz="1300" spc="11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transformar</a:t>
            </a:r>
            <a:r>
              <a:rPr sz="1300" spc="114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dados</a:t>
            </a:r>
            <a:r>
              <a:rPr sz="1300" spc="1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em</a:t>
            </a:r>
            <a:r>
              <a:rPr sz="1300" spc="10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decisões</a:t>
            </a:r>
            <a:r>
              <a:rPr sz="1300" spc="114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10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trazer</a:t>
            </a:r>
            <a:r>
              <a:rPr sz="1300" spc="114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melhores</a:t>
            </a:r>
            <a:r>
              <a:rPr sz="1300" spc="120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soluções </a:t>
            </a:r>
            <a:r>
              <a:rPr sz="1300" dirty="0">
                <a:latin typeface="Arial"/>
                <a:cs typeface="Arial"/>
              </a:rPr>
              <a:t>para</a:t>
            </a:r>
            <a:r>
              <a:rPr sz="1300" spc="20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195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empresa</a:t>
            </a:r>
            <a:r>
              <a:rPr sz="1300" dirty="0">
                <a:latin typeface="Arial"/>
                <a:cs typeface="Arial"/>
              </a:rPr>
              <a:t>.</a:t>
            </a:r>
            <a:r>
              <a:rPr sz="1300" spc="3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335" dirty="0">
                <a:latin typeface="Arial"/>
                <a:cs typeface="Arial"/>
              </a:rPr>
              <a:t> </a:t>
            </a:r>
            <a:r>
              <a:rPr sz="1300" b="1" dirty="0">
                <a:latin typeface="Arial"/>
                <a:cs typeface="Arial"/>
              </a:rPr>
              <a:t>Datalivery</a:t>
            </a:r>
            <a:r>
              <a:rPr sz="1300" spc="39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é</a:t>
            </a:r>
            <a:r>
              <a:rPr sz="1300" spc="3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o</a:t>
            </a:r>
            <a:r>
              <a:rPr sz="1300" spc="3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resultado</a:t>
            </a:r>
            <a:r>
              <a:rPr sz="1300" spc="3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da</a:t>
            </a:r>
            <a:r>
              <a:rPr sz="1300" spc="37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soma</a:t>
            </a:r>
            <a:r>
              <a:rPr sz="1300" spc="3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370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talentos </a:t>
            </a:r>
            <a:r>
              <a:rPr sz="1300" dirty="0">
                <a:latin typeface="Arial"/>
                <a:cs typeface="Arial"/>
              </a:rPr>
              <a:t>diferentes,</a:t>
            </a:r>
            <a:r>
              <a:rPr sz="1300" spc="26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mas</a:t>
            </a:r>
            <a:r>
              <a:rPr sz="1300" spc="26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com</a:t>
            </a:r>
            <a:r>
              <a:rPr sz="1300" spc="2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um</a:t>
            </a:r>
            <a:r>
              <a:rPr sz="1300" spc="254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mesmo</a:t>
            </a:r>
            <a:r>
              <a:rPr sz="1300" spc="2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objetivo:</a:t>
            </a:r>
            <a:r>
              <a:rPr sz="1300" spc="26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inovar</a:t>
            </a:r>
            <a:r>
              <a:rPr sz="1300" spc="2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o</a:t>
            </a:r>
            <a:r>
              <a:rPr sz="1300" spc="26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setor</a:t>
            </a:r>
            <a:r>
              <a:rPr sz="1300" spc="26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254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delivery</a:t>
            </a:r>
            <a:r>
              <a:rPr sz="1300" spc="250" dirty="0">
                <a:latin typeface="Arial"/>
                <a:cs typeface="Arial"/>
              </a:rPr>
              <a:t> </a:t>
            </a:r>
            <a:r>
              <a:rPr sz="1300" spc="-25" dirty="0">
                <a:latin typeface="Arial"/>
                <a:cs typeface="Arial"/>
              </a:rPr>
              <a:t>com </a:t>
            </a:r>
            <a:r>
              <a:rPr sz="1300" dirty="0">
                <a:latin typeface="Arial"/>
                <a:cs typeface="Arial"/>
              </a:rPr>
              <a:t>inteligência</a:t>
            </a:r>
            <a:r>
              <a:rPr sz="1300" spc="-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-60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dados.</a:t>
            </a:r>
            <a:endParaRPr lang="pt-BR" sz="1300" spc="-10" dirty="0">
              <a:latin typeface="Arial"/>
              <a:cs typeface="Arial"/>
            </a:endParaRPr>
          </a:p>
          <a:p>
            <a:pPr marL="12700" marR="5080" indent="820419" algn="just">
              <a:lnSpc>
                <a:spcPct val="100299"/>
              </a:lnSpc>
              <a:spcBef>
                <a:spcPts val="85"/>
              </a:spcBef>
            </a:pPr>
            <a:r>
              <a:rPr lang="pt-BR" sz="1300" spc="-10" dirty="0">
                <a:latin typeface="Arial"/>
                <a:cs typeface="Arial"/>
              </a:rPr>
              <a:t>Estivemos trabalhando em diversas áreas como: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spc="-10" dirty="0" err="1">
                <a:latin typeface="Arial"/>
                <a:cs typeface="Arial"/>
              </a:rPr>
              <a:t>Clusterização</a:t>
            </a:r>
            <a:r>
              <a:rPr lang="pt-BR" sz="1300" spc="-10" dirty="0">
                <a:latin typeface="Arial"/>
                <a:cs typeface="Arial"/>
              </a:rPr>
              <a:t> (K—</a:t>
            </a:r>
            <a:r>
              <a:rPr lang="pt-BR" sz="1300" spc="-10" dirty="0" err="1">
                <a:latin typeface="Arial"/>
                <a:cs typeface="Arial"/>
              </a:rPr>
              <a:t>means</a:t>
            </a:r>
            <a:r>
              <a:rPr lang="pt-BR" sz="1300" spc="-10" dirty="0">
                <a:latin typeface="Arial"/>
                <a:cs typeface="Arial"/>
              </a:rPr>
              <a:t>)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spc="-10" dirty="0">
                <a:latin typeface="Arial"/>
                <a:cs typeface="Arial"/>
              </a:rPr>
              <a:t>Dashboard em Next.js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spc="-10" dirty="0">
                <a:latin typeface="Arial"/>
                <a:cs typeface="Arial"/>
              </a:rPr>
              <a:t>Modelagem de Dados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spc="-10" dirty="0" err="1">
                <a:latin typeface="Arial"/>
                <a:cs typeface="Arial"/>
              </a:rPr>
              <a:t>Backend</a:t>
            </a:r>
            <a:r>
              <a:rPr lang="pt-BR" sz="1300" spc="-10" dirty="0">
                <a:latin typeface="Arial"/>
                <a:cs typeface="Arial"/>
              </a:rPr>
              <a:t> em PostgreSQL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endParaRPr lang="pt-BR" sz="1300" spc="-1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51177" y="2650709"/>
            <a:ext cx="2586355" cy="307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dirty="0">
                <a:latin typeface="Arial"/>
                <a:cs typeface="Arial"/>
              </a:rPr>
              <a:t>Problema</a:t>
            </a:r>
            <a:r>
              <a:rPr sz="1850" b="1" spc="5" dirty="0">
                <a:latin typeface="Arial"/>
                <a:cs typeface="Arial"/>
              </a:rPr>
              <a:t> </a:t>
            </a:r>
            <a:r>
              <a:rPr sz="1850" b="1" dirty="0">
                <a:latin typeface="Arial"/>
                <a:cs typeface="Arial"/>
              </a:rPr>
              <a:t>a</a:t>
            </a:r>
            <a:r>
              <a:rPr sz="1850" b="1" spc="-5" dirty="0">
                <a:latin typeface="Arial"/>
                <a:cs typeface="Arial"/>
              </a:rPr>
              <a:t> </a:t>
            </a:r>
            <a:r>
              <a:rPr sz="1850" b="1" dirty="0">
                <a:latin typeface="Arial"/>
                <a:cs typeface="Arial"/>
              </a:rPr>
              <a:t>ser</a:t>
            </a:r>
            <a:r>
              <a:rPr sz="1850" b="1" spc="5" dirty="0">
                <a:latin typeface="Arial"/>
                <a:cs typeface="Arial"/>
              </a:rPr>
              <a:t> </a:t>
            </a:r>
            <a:r>
              <a:rPr sz="1850" b="1" spc="-10" dirty="0">
                <a:latin typeface="Arial"/>
                <a:cs typeface="Arial"/>
              </a:rPr>
              <a:t>tratado</a:t>
            </a:r>
            <a:endParaRPr sz="185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48223" y="3160407"/>
            <a:ext cx="6126480" cy="2616742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39370" algn="just">
              <a:lnSpc>
                <a:spcPct val="100299"/>
              </a:lnSpc>
              <a:spcBef>
                <a:spcPts val="85"/>
              </a:spcBef>
              <a:spcAft>
                <a:spcPts val="600"/>
              </a:spcAft>
            </a:pPr>
            <a:r>
              <a:rPr lang="pt-BR" sz="1300" dirty="0">
                <a:latin typeface="Arial"/>
                <a:cs typeface="Arial"/>
              </a:rPr>
              <a:t>	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empresa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enfrenta</a:t>
            </a:r>
            <a:r>
              <a:rPr sz="1300" spc="7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o</a:t>
            </a:r>
            <a:r>
              <a:rPr sz="1300" spc="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desafio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tomar</a:t>
            </a:r>
            <a:r>
              <a:rPr sz="1300" spc="9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decisões</a:t>
            </a:r>
            <a:r>
              <a:rPr sz="1300" spc="9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estratégicas</a:t>
            </a:r>
            <a:r>
              <a:rPr sz="1300" spc="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baseadas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spc="-25" dirty="0">
                <a:latin typeface="Arial"/>
                <a:cs typeface="Arial"/>
              </a:rPr>
              <a:t>em </a:t>
            </a:r>
            <a:r>
              <a:rPr sz="1300" dirty="0">
                <a:latin typeface="Arial"/>
                <a:cs typeface="Arial"/>
              </a:rPr>
              <a:t>dados</a:t>
            </a:r>
            <a:r>
              <a:rPr sz="1300" spc="-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confiáveis,</a:t>
            </a:r>
            <a:r>
              <a:rPr sz="1300" spc="-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especialmente</a:t>
            </a:r>
            <a:r>
              <a:rPr sz="1300" spc="-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no</a:t>
            </a:r>
            <a:r>
              <a:rPr sz="1300" spc="-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contexto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-4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entregas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delivery.</a:t>
            </a:r>
            <a:r>
              <a:rPr sz="1300" spc="-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Apesar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spc="-25" dirty="0">
                <a:latin typeface="Arial"/>
                <a:cs typeface="Arial"/>
              </a:rPr>
              <a:t>de </a:t>
            </a:r>
            <a:r>
              <a:rPr sz="1300" dirty="0">
                <a:latin typeface="Arial"/>
                <a:cs typeface="Arial"/>
              </a:rPr>
              <a:t>possuir</a:t>
            </a:r>
            <a:r>
              <a:rPr sz="1300" spc="-4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grande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volume</a:t>
            </a:r>
            <a:r>
              <a:rPr sz="1300" spc="-2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informações</a:t>
            </a:r>
            <a:r>
              <a:rPr sz="1300" spc="-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operacionais</a:t>
            </a:r>
            <a:r>
              <a:rPr sz="1300" spc="-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como</a:t>
            </a:r>
            <a:r>
              <a:rPr sz="1300" spc="-2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pedidos,</a:t>
            </a:r>
            <a:r>
              <a:rPr sz="1300" spc="-20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horários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4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pico,</a:t>
            </a:r>
            <a:r>
              <a:rPr sz="1300" spc="47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rotas,</a:t>
            </a:r>
            <a:r>
              <a:rPr sz="1300" spc="46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fidelidade</a:t>
            </a:r>
            <a:r>
              <a:rPr sz="1300" spc="4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47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clientes</a:t>
            </a:r>
            <a:r>
              <a:rPr sz="1300" spc="47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48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avaliações.</a:t>
            </a:r>
            <a:r>
              <a:rPr sz="1300" spc="47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Esses</a:t>
            </a:r>
            <a:r>
              <a:rPr sz="1300" spc="6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dados</a:t>
            </a:r>
            <a:r>
              <a:rPr sz="1300" spc="70" dirty="0">
                <a:latin typeface="Arial"/>
                <a:cs typeface="Arial"/>
              </a:rPr>
              <a:t>  </a:t>
            </a:r>
            <a:r>
              <a:rPr sz="1300" spc="-10" dirty="0">
                <a:latin typeface="Arial"/>
                <a:cs typeface="Arial"/>
              </a:rPr>
              <a:t>estão </a:t>
            </a:r>
            <a:r>
              <a:rPr sz="1300" dirty="0">
                <a:latin typeface="Arial"/>
                <a:cs typeface="Arial"/>
              </a:rPr>
              <a:t>fragmentados,</a:t>
            </a:r>
            <a:r>
              <a:rPr sz="1300" spc="15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pouco</a:t>
            </a:r>
            <a:r>
              <a:rPr sz="1300" spc="15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analisados</a:t>
            </a:r>
            <a:r>
              <a:rPr sz="1300" spc="14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14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subutilizados,</a:t>
            </a:r>
            <a:r>
              <a:rPr sz="1300" spc="15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dificultando</a:t>
            </a:r>
            <a:r>
              <a:rPr sz="1300" spc="14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145" dirty="0">
                <a:latin typeface="Arial"/>
                <a:cs typeface="Arial"/>
              </a:rPr>
              <a:t>  </a:t>
            </a:r>
            <a:r>
              <a:rPr sz="1300" spc="-10" dirty="0">
                <a:latin typeface="Arial"/>
                <a:cs typeface="Arial"/>
              </a:rPr>
              <a:t>visão </a:t>
            </a:r>
            <a:r>
              <a:rPr sz="1300" dirty="0">
                <a:latin typeface="Arial"/>
                <a:cs typeface="Arial"/>
              </a:rPr>
              <a:t>completa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do</a:t>
            </a:r>
            <a:r>
              <a:rPr sz="1300" spc="-4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desempenho</a:t>
            </a:r>
            <a:r>
              <a:rPr sz="1300" spc="-4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do</a:t>
            </a:r>
            <a:r>
              <a:rPr sz="1300" spc="-4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negócio.</a:t>
            </a:r>
            <a:endParaRPr sz="1300" dirty="0">
              <a:latin typeface="Arial"/>
              <a:cs typeface="Arial"/>
            </a:endParaRPr>
          </a:p>
          <a:p>
            <a:pPr marL="12700" marR="5080" algn="just">
              <a:lnSpc>
                <a:spcPct val="100099"/>
              </a:lnSpc>
              <a:spcBef>
                <a:spcPts val="10"/>
              </a:spcBef>
              <a:spcAft>
                <a:spcPts val="600"/>
              </a:spcAft>
            </a:pPr>
            <a:r>
              <a:rPr lang="pt-BR" sz="1300" dirty="0">
                <a:latin typeface="Arial"/>
                <a:cs typeface="Arial"/>
              </a:rPr>
              <a:t>	</a:t>
            </a:r>
            <a:r>
              <a:rPr sz="1300" dirty="0">
                <a:latin typeface="Arial"/>
                <a:cs typeface="Arial"/>
              </a:rPr>
              <a:t>Essa</a:t>
            </a:r>
            <a:r>
              <a:rPr sz="1300" spc="10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falta</a:t>
            </a:r>
            <a:r>
              <a:rPr sz="1300" spc="11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11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integração</a:t>
            </a:r>
            <a:r>
              <a:rPr sz="1300" spc="12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11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análise</a:t>
            </a:r>
            <a:r>
              <a:rPr sz="1300" spc="11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11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dados</a:t>
            </a:r>
            <a:r>
              <a:rPr sz="1300" spc="120" dirty="0">
                <a:latin typeface="Arial"/>
                <a:cs typeface="Arial"/>
              </a:rPr>
              <a:t>  </a:t>
            </a:r>
            <a:r>
              <a:rPr sz="1300" dirty="0" err="1">
                <a:latin typeface="Arial"/>
                <a:cs typeface="Arial"/>
              </a:rPr>
              <a:t>impacta</a:t>
            </a:r>
            <a:r>
              <a:rPr sz="1300" spc="110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diretamente</a:t>
            </a:r>
            <a:r>
              <a:rPr sz="1300" spc="114" dirty="0">
                <a:latin typeface="Arial"/>
                <a:cs typeface="Arial"/>
              </a:rPr>
              <a:t> </a:t>
            </a:r>
            <a:r>
              <a:rPr sz="1300" spc="-25" dirty="0" err="1">
                <a:latin typeface="Arial"/>
                <a:cs typeface="Arial"/>
              </a:rPr>
              <a:t>na</a:t>
            </a:r>
            <a:r>
              <a:rPr lang="pt-BR" sz="1300" spc="-25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empresa</a:t>
            </a:r>
            <a:r>
              <a:rPr sz="1300" spc="120" dirty="0">
                <a:latin typeface="Arial"/>
                <a:cs typeface="Arial"/>
              </a:rPr>
              <a:t> </a:t>
            </a:r>
            <a:r>
              <a:rPr lang="pt-BR" sz="1300" spc="120" dirty="0">
                <a:latin typeface="Arial"/>
                <a:cs typeface="Arial"/>
              </a:rPr>
              <a:t>na hora de</a:t>
            </a:r>
            <a:r>
              <a:rPr lang="pt-BR" sz="1300" dirty="0">
                <a:latin typeface="Arial"/>
                <a:cs typeface="Arial"/>
              </a:rPr>
              <a:t>: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dirty="0">
                <a:latin typeface="Arial"/>
                <a:cs typeface="Arial"/>
              </a:rPr>
              <a:t>Compreender </a:t>
            </a:r>
            <a:r>
              <a:rPr lang="pt-BR" sz="1300" dirty="0" err="1">
                <a:latin typeface="Arial"/>
                <a:cs typeface="Arial"/>
              </a:rPr>
              <a:t>comportanento</a:t>
            </a:r>
            <a:r>
              <a:rPr lang="pt-BR" sz="1300" dirty="0">
                <a:latin typeface="Arial"/>
                <a:cs typeface="Arial"/>
              </a:rPr>
              <a:t> e recorrência</a:t>
            </a:r>
            <a:endParaRPr lang="pt-BR" sz="1300" spc="-10" dirty="0">
              <a:latin typeface="Arial"/>
              <a:cs typeface="Arial"/>
            </a:endParaRP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spc="-10" dirty="0">
                <a:latin typeface="Arial"/>
                <a:cs typeface="Arial"/>
              </a:rPr>
              <a:t>Identificar padrões de consumo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spc="-10" dirty="0">
                <a:latin typeface="Arial"/>
                <a:cs typeface="Arial"/>
              </a:rPr>
              <a:t>Otimizar estratégias logísticas</a:t>
            </a:r>
          </a:p>
          <a:p>
            <a:pPr marL="298450" marR="5080" indent="-285750" algn="just">
              <a:lnSpc>
                <a:spcPct val="100299"/>
              </a:lnSpc>
              <a:spcBef>
                <a:spcPts val="85"/>
              </a:spcBef>
              <a:buFontTx/>
              <a:buChar char="-"/>
            </a:pPr>
            <a:r>
              <a:rPr lang="pt-BR" sz="1300" spc="-10" dirty="0">
                <a:latin typeface="Arial"/>
                <a:cs typeface="Arial"/>
              </a:rPr>
              <a:t>Tomada de decisões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23254" y="16349921"/>
            <a:ext cx="2018030" cy="307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b="1" dirty="0">
                <a:latin typeface="Arial"/>
                <a:cs typeface="Arial"/>
              </a:rPr>
              <a:t>Solução</a:t>
            </a:r>
            <a:r>
              <a:rPr sz="1850" b="1" spc="5" dirty="0">
                <a:latin typeface="Arial"/>
                <a:cs typeface="Arial"/>
              </a:rPr>
              <a:t> </a:t>
            </a:r>
            <a:r>
              <a:rPr sz="1850" b="1" spc="-10" dirty="0">
                <a:latin typeface="Arial"/>
                <a:cs typeface="Arial"/>
              </a:rPr>
              <a:t>proposta</a:t>
            </a:r>
            <a:endParaRPr sz="18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23254" y="16954152"/>
            <a:ext cx="6141720" cy="173829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 indent="859155" algn="just">
              <a:lnSpc>
                <a:spcPct val="107500"/>
              </a:lnSpc>
              <a:spcBef>
                <a:spcPts val="100"/>
              </a:spcBef>
            </a:pPr>
            <a:r>
              <a:rPr sz="1300" dirty="0">
                <a:latin typeface="Arial"/>
                <a:cs typeface="Arial"/>
              </a:rPr>
              <a:t>Chegamos</a:t>
            </a:r>
            <a:r>
              <a:rPr sz="1300" spc="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solução</a:t>
            </a:r>
            <a:r>
              <a:rPr sz="1300" spc="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fornecer</a:t>
            </a:r>
            <a:r>
              <a:rPr sz="1300" spc="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à</a:t>
            </a:r>
            <a:r>
              <a:rPr sz="1300" spc="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Cannoli</a:t>
            </a:r>
            <a:r>
              <a:rPr sz="1300" spc="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Food</a:t>
            </a:r>
            <a:r>
              <a:rPr sz="1300" spc="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Tech</a:t>
            </a:r>
            <a:r>
              <a:rPr sz="1300" spc="2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uma</a:t>
            </a:r>
            <a:r>
              <a:rPr sz="1300" spc="4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forma </a:t>
            </a:r>
            <a:r>
              <a:rPr sz="1300" dirty="0">
                <a:latin typeface="Arial"/>
                <a:cs typeface="Arial"/>
              </a:rPr>
              <a:t>inteligente</a:t>
            </a:r>
            <a:r>
              <a:rPr sz="1300" spc="30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30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acessível</a:t>
            </a:r>
            <a:r>
              <a:rPr sz="1300" spc="30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para</a:t>
            </a:r>
            <a:r>
              <a:rPr sz="1300" spc="31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transformar</a:t>
            </a:r>
            <a:r>
              <a:rPr sz="1300" spc="3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dados</a:t>
            </a:r>
            <a:r>
              <a:rPr sz="1300" spc="3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operacionais</a:t>
            </a:r>
            <a:r>
              <a:rPr sz="1300" spc="300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em</a:t>
            </a:r>
            <a:r>
              <a:rPr sz="1300" spc="295" dirty="0">
                <a:latin typeface="Arial"/>
                <a:cs typeface="Arial"/>
              </a:rPr>
              <a:t> </a:t>
            </a:r>
            <a:r>
              <a:rPr sz="1300" spc="-10" dirty="0" err="1">
                <a:latin typeface="Arial"/>
                <a:cs typeface="Arial"/>
              </a:rPr>
              <a:t>decisões</a:t>
            </a:r>
            <a:r>
              <a:rPr lang="pt-BR" sz="1300" spc="-10" dirty="0">
                <a:latin typeface="Arial"/>
                <a:cs typeface="Arial"/>
              </a:rPr>
              <a:t> </a:t>
            </a:r>
            <a:r>
              <a:rPr sz="1300" spc="-10" dirty="0" err="1">
                <a:latin typeface="Arial"/>
                <a:cs typeface="Arial"/>
              </a:rPr>
              <a:t>estratégicas</a:t>
            </a:r>
            <a:r>
              <a:rPr sz="1300" spc="-10" dirty="0">
                <a:latin typeface="Arial"/>
                <a:cs typeface="Arial"/>
              </a:rPr>
              <a:t>.</a:t>
            </a:r>
            <a:r>
              <a:rPr lang="pt-BR" sz="1300" spc="-1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Com</a:t>
            </a:r>
            <a:r>
              <a:rPr sz="1300" spc="19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19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Datalivery,</a:t>
            </a:r>
            <a:r>
              <a:rPr sz="1300" spc="19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vamos</a:t>
            </a:r>
            <a:r>
              <a:rPr sz="1300" spc="19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auxiliar</a:t>
            </a:r>
            <a:r>
              <a:rPr sz="1300" spc="20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19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empresa</a:t>
            </a:r>
            <a:r>
              <a:rPr sz="1300" spc="20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20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entender</a:t>
            </a:r>
            <a:r>
              <a:rPr sz="1300" spc="19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melhor</a:t>
            </a:r>
            <a:r>
              <a:rPr sz="1300" spc="200" dirty="0">
                <a:latin typeface="Arial"/>
                <a:cs typeface="Arial"/>
              </a:rPr>
              <a:t>  </a:t>
            </a:r>
            <a:r>
              <a:rPr sz="1300" spc="-50" dirty="0">
                <a:latin typeface="Arial"/>
                <a:cs typeface="Arial"/>
              </a:rPr>
              <a:t>o </a:t>
            </a:r>
            <a:r>
              <a:rPr sz="1300" dirty="0">
                <a:latin typeface="Arial"/>
                <a:cs typeface="Arial"/>
              </a:rPr>
              <a:t>comportamento</a:t>
            </a:r>
            <a:r>
              <a:rPr sz="1300" spc="-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-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seus</a:t>
            </a:r>
            <a:r>
              <a:rPr sz="1300" spc="-45" dirty="0">
                <a:latin typeface="Arial"/>
                <a:cs typeface="Arial"/>
              </a:rPr>
              <a:t> </a:t>
            </a:r>
            <a:r>
              <a:rPr sz="1300" spc="-10" dirty="0" err="1">
                <a:latin typeface="Arial"/>
                <a:cs typeface="Arial"/>
              </a:rPr>
              <a:t>clientes</a:t>
            </a:r>
            <a:r>
              <a:rPr sz="1300" spc="-10" dirty="0">
                <a:latin typeface="Arial"/>
                <a:cs typeface="Arial"/>
              </a:rPr>
              <a:t>.</a:t>
            </a:r>
            <a:endParaRPr lang="pt-BR" sz="1300" spc="-10" dirty="0">
              <a:latin typeface="Arial"/>
              <a:cs typeface="Arial"/>
            </a:endParaRPr>
          </a:p>
          <a:p>
            <a:pPr marL="12700" marR="7620" indent="859155" algn="just">
              <a:lnSpc>
                <a:spcPct val="107500"/>
              </a:lnSpc>
              <a:spcBef>
                <a:spcPts val="100"/>
              </a:spcBef>
            </a:pPr>
            <a:r>
              <a:rPr sz="1300" dirty="0" err="1">
                <a:latin typeface="Arial"/>
                <a:cs typeface="Arial"/>
              </a:rPr>
              <a:t>Queremos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que</a:t>
            </a:r>
            <a:r>
              <a:rPr sz="1300" spc="7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os</a:t>
            </a:r>
            <a:r>
              <a:rPr sz="1300" spc="7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gestores</a:t>
            </a:r>
            <a:r>
              <a:rPr sz="1300" spc="9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tenham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uma</a:t>
            </a:r>
            <a:r>
              <a:rPr sz="1300" spc="8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visão</a:t>
            </a:r>
            <a:r>
              <a:rPr sz="1300" spc="80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completa</a:t>
            </a:r>
            <a:r>
              <a:rPr sz="1300" spc="10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do</a:t>
            </a:r>
            <a:r>
              <a:rPr lang="pt-BR" sz="1300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desempenho</a:t>
            </a:r>
            <a:r>
              <a:rPr sz="1300" spc="90" dirty="0">
                <a:latin typeface="Arial"/>
                <a:cs typeface="Arial"/>
              </a:rPr>
              <a:t> </a:t>
            </a:r>
            <a:r>
              <a:rPr sz="1300" spc="-25" dirty="0">
                <a:latin typeface="Arial"/>
                <a:cs typeface="Arial"/>
              </a:rPr>
              <a:t>do</a:t>
            </a:r>
            <a:r>
              <a:rPr lang="pt-BR" sz="1300" spc="-25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negócio</a:t>
            </a:r>
            <a:r>
              <a:rPr sz="1300" dirty="0">
                <a:latin typeface="Arial"/>
                <a:cs typeface="Arial"/>
              </a:rPr>
              <a:t>,</a:t>
            </a:r>
            <a:r>
              <a:rPr sz="1300" spc="17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com</a:t>
            </a:r>
            <a:r>
              <a:rPr sz="1300" spc="17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informações</a:t>
            </a:r>
            <a:r>
              <a:rPr sz="1300" spc="16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em</a:t>
            </a:r>
            <a:r>
              <a:rPr sz="1300" spc="17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tempo</a:t>
            </a:r>
            <a:r>
              <a:rPr sz="1300" spc="17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real</a:t>
            </a:r>
            <a:r>
              <a:rPr sz="1300" spc="17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sobre</a:t>
            </a:r>
            <a:r>
              <a:rPr sz="1300" spc="17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vendas,</a:t>
            </a:r>
            <a:r>
              <a:rPr sz="1300" spc="170" dirty="0">
                <a:latin typeface="Arial"/>
                <a:cs typeface="Arial"/>
              </a:rPr>
              <a:t>  </a:t>
            </a:r>
            <a:r>
              <a:rPr sz="1300" spc="-10" dirty="0">
                <a:latin typeface="Arial"/>
                <a:cs typeface="Arial"/>
              </a:rPr>
              <a:t>fidelização, </a:t>
            </a:r>
            <a:r>
              <a:rPr sz="1300" dirty="0">
                <a:latin typeface="Arial"/>
                <a:cs typeface="Arial"/>
              </a:rPr>
              <a:t>satisfação</a:t>
            </a:r>
            <a:r>
              <a:rPr sz="1300" spc="4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4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engajamento.</a:t>
            </a:r>
            <a:r>
              <a:rPr sz="1300" spc="434" dirty="0">
                <a:latin typeface="Arial"/>
                <a:cs typeface="Arial"/>
              </a:rPr>
              <a:t> </a:t>
            </a:r>
            <a:r>
              <a:rPr lang="pt-BR" sz="1300" dirty="0">
                <a:latin typeface="Arial"/>
                <a:cs typeface="Arial"/>
              </a:rPr>
              <a:t>Sendo </a:t>
            </a:r>
            <a:r>
              <a:rPr sz="1300" dirty="0" err="1">
                <a:latin typeface="Arial"/>
                <a:cs typeface="Arial"/>
              </a:rPr>
              <a:t>possível</a:t>
            </a:r>
            <a:r>
              <a:rPr sz="1300" spc="4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identificar</a:t>
            </a:r>
            <a:r>
              <a:rPr sz="1300" spc="4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padrões,</a:t>
            </a:r>
            <a:r>
              <a:rPr sz="1300" spc="42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prever </a:t>
            </a:r>
            <a:r>
              <a:rPr sz="1300" dirty="0">
                <a:latin typeface="Arial"/>
                <a:cs typeface="Arial"/>
              </a:rPr>
              <a:t>demandas</a:t>
            </a:r>
            <a:r>
              <a:rPr sz="1300" spc="-1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-15" dirty="0">
                <a:latin typeface="Arial"/>
                <a:cs typeface="Arial"/>
              </a:rPr>
              <a:t> </a:t>
            </a:r>
            <a:r>
              <a:rPr sz="1300" dirty="0" err="1">
                <a:latin typeface="Arial"/>
                <a:cs typeface="Arial"/>
              </a:rPr>
              <a:t>planejar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com</a:t>
            </a:r>
            <a:r>
              <a:rPr sz="1300" spc="-3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base</a:t>
            </a:r>
            <a:r>
              <a:rPr sz="1300" spc="-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em</a:t>
            </a:r>
            <a:r>
              <a:rPr sz="1300" spc="-2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dados</a:t>
            </a:r>
            <a:r>
              <a:rPr sz="1300" spc="-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reais,</a:t>
            </a:r>
            <a:r>
              <a:rPr sz="1300" spc="-1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-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não</a:t>
            </a:r>
            <a:r>
              <a:rPr sz="1300" spc="-2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em</a:t>
            </a:r>
            <a:r>
              <a:rPr sz="1300" spc="-2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suposições</a:t>
            </a:r>
            <a:r>
              <a:rPr sz="1300" b="1" spc="-10" dirty="0">
                <a:latin typeface="Arial"/>
                <a:cs typeface="Arial"/>
              </a:rPr>
              <a:t>.</a:t>
            </a:r>
            <a:endParaRPr sz="13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699167" y="152278"/>
            <a:ext cx="8007984" cy="1667123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8100" algn="ctr">
              <a:lnSpc>
                <a:spcPct val="100000"/>
              </a:lnSpc>
              <a:spcBef>
                <a:spcPts val="500"/>
              </a:spcBef>
            </a:pPr>
            <a:r>
              <a:rPr sz="3700" b="1" dirty="0">
                <a:solidFill>
                  <a:srgbClr val="FFFFFF"/>
                </a:solidFill>
                <a:latin typeface="Arial"/>
                <a:cs typeface="Arial"/>
              </a:rPr>
              <a:t>Semana</a:t>
            </a:r>
            <a:r>
              <a:rPr sz="3700" b="1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700" b="1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3700" b="1" spc="-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700" b="1" spc="-30" dirty="0">
                <a:solidFill>
                  <a:srgbClr val="FFFFFF"/>
                </a:solidFill>
                <a:latin typeface="Arial"/>
                <a:cs typeface="Arial"/>
              </a:rPr>
              <a:t>Tecnologia</a:t>
            </a:r>
            <a:r>
              <a:rPr sz="3700" b="1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700" b="1" dirty="0">
                <a:solidFill>
                  <a:srgbClr val="FFFFFF"/>
                </a:solidFill>
                <a:latin typeface="Arial"/>
                <a:cs typeface="Arial"/>
              </a:rPr>
              <a:t>FECAP</a:t>
            </a:r>
            <a:r>
              <a:rPr sz="3700" b="1" spc="-1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700" b="1" spc="-20" dirty="0">
                <a:solidFill>
                  <a:srgbClr val="FFFFFF"/>
                </a:solidFill>
                <a:latin typeface="Arial"/>
                <a:cs typeface="Arial"/>
              </a:rPr>
              <a:t>2025</a:t>
            </a:r>
            <a:endParaRPr sz="3700" dirty="0">
              <a:latin typeface="Arial"/>
              <a:cs typeface="Arial"/>
            </a:endParaRPr>
          </a:p>
          <a:p>
            <a:pPr marL="86995" algn="ctr">
              <a:lnSpc>
                <a:spcPct val="100000"/>
              </a:lnSpc>
              <a:spcBef>
                <a:spcPts val="315"/>
              </a:spcBef>
            </a:pPr>
            <a:r>
              <a:rPr sz="2700" b="1" spc="-10" dirty="0">
                <a:solidFill>
                  <a:schemeClr val="bg1"/>
                </a:solidFill>
                <a:latin typeface="Arial"/>
                <a:cs typeface="Arial"/>
              </a:rPr>
              <a:t>Datalivery</a:t>
            </a:r>
            <a:endParaRPr sz="27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Alunos:</a:t>
            </a:r>
            <a:r>
              <a:rPr sz="1700" b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Sátiro</a:t>
            </a:r>
            <a:r>
              <a:rPr sz="1700" b="1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Gabriel;</a:t>
            </a:r>
            <a:r>
              <a:rPr sz="1700" b="1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Beatriz</a:t>
            </a:r>
            <a:r>
              <a:rPr sz="1700" b="1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Rio</a:t>
            </a:r>
            <a:r>
              <a:rPr sz="1700" b="1" spc="3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Branco;</a:t>
            </a:r>
            <a:r>
              <a:rPr sz="1700" b="1" spc="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Sabrinna</a:t>
            </a:r>
            <a:r>
              <a:rPr sz="1700" b="1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Vicente;</a:t>
            </a:r>
            <a:r>
              <a:rPr sz="1700" b="1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chemeClr val="bg1"/>
                </a:solidFill>
                <a:latin typeface="Arial"/>
                <a:cs typeface="Arial"/>
              </a:rPr>
              <a:t>Rodrigo</a:t>
            </a:r>
            <a:r>
              <a:rPr sz="1700" b="1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700" b="1" spc="-20" dirty="0">
                <a:solidFill>
                  <a:schemeClr val="bg1"/>
                </a:solidFill>
                <a:latin typeface="Arial"/>
                <a:cs typeface="Arial"/>
              </a:rPr>
              <a:t>Gama</a:t>
            </a:r>
            <a:endParaRPr lang="pt-BR" sz="1700" spc="-2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400" b="1" dirty="0" err="1">
                <a:solidFill>
                  <a:schemeClr val="bg1"/>
                </a:solidFill>
                <a:latin typeface="Arial"/>
                <a:cs typeface="Arial"/>
              </a:rPr>
              <a:t>Professores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:</a:t>
            </a:r>
            <a:r>
              <a:rPr sz="1400" b="1" spc="9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Victor</a:t>
            </a:r>
            <a:r>
              <a:rPr sz="1400" b="1" spc="9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Rosetti;</a:t>
            </a:r>
            <a:r>
              <a:rPr sz="1400" b="1" spc="9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Rodrigo</a:t>
            </a:r>
            <a:r>
              <a:rPr sz="1400" b="1" spc="10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da</a:t>
            </a:r>
            <a:r>
              <a:rPr sz="1400" b="1" spc="9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Rosa;</a:t>
            </a:r>
            <a:r>
              <a:rPr sz="1400" b="1" spc="9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Renata</a:t>
            </a:r>
            <a:r>
              <a:rPr sz="1400" b="1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Muniz;</a:t>
            </a:r>
            <a:r>
              <a:rPr sz="1400" b="1" spc="9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Marcos</a:t>
            </a:r>
            <a:r>
              <a:rPr sz="1400" b="1" spc="9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Minoru;</a:t>
            </a:r>
            <a:r>
              <a:rPr sz="1400" b="1" spc="9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Arial"/>
                <a:cs typeface="Arial"/>
              </a:rPr>
              <a:t>Rafael</a:t>
            </a:r>
            <a:r>
              <a:rPr sz="1400" b="1" spc="8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chemeClr val="bg1"/>
                </a:solidFill>
                <a:latin typeface="Arial"/>
                <a:cs typeface="Arial"/>
              </a:rPr>
              <a:t>Rosetti.</a:t>
            </a:r>
            <a:endParaRPr sz="14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48223" y="16349921"/>
            <a:ext cx="6141720" cy="1499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850" b="1" dirty="0">
                <a:latin typeface="Arial"/>
                <a:cs typeface="Arial"/>
              </a:rPr>
              <a:t>Futuro</a:t>
            </a:r>
            <a:r>
              <a:rPr sz="1850" b="1" spc="30" dirty="0">
                <a:latin typeface="Arial"/>
                <a:cs typeface="Arial"/>
              </a:rPr>
              <a:t> </a:t>
            </a:r>
            <a:r>
              <a:rPr sz="1850" b="1" dirty="0">
                <a:latin typeface="Arial"/>
                <a:cs typeface="Arial"/>
              </a:rPr>
              <a:t>do </a:t>
            </a:r>
            <a:r>
              <a:rPr sz="1850" b="1" spc="-10" dirty="0">
                <a:latin typeface="Arial"/>
                <a:cs typeface="Arial"/>
              </a:rPr>
              <a:t>projeto</a:t>
            </a:r>
            <a:endParaRPr sz="1850" dirty="0">
              <a:latin typeface="Arial"/>
              <a:cs typeface="Arial"/>
            </a:endParaRPr>
          </a:p>
          <a:p>
            <a:pPr marL="12700" marR="5080" algn="just">
              <a:lnSpc>
                <a:spcPct val="100099"/>
              </a:lnSpc>
              <a:spcBef>
                <a:spcPts val="1570"/>
              </a:spcBef>
            </a:pPr>
            <a:r>
              <a:rPr lang="pt-BR" sz="1300" dirty="0">
                <a:latin typeface="Arial"/>
                <a:cs typeface="Arial"/>
              </a:rPr>
              <a:t>	</a:t>
            </a:r>
            <a:r>
              <a:rPr sz="1300" dirty="0">
                <a:latin typeface="Arial"/>
                <a:cs typeface="Arial"/>
              </a:rPr>
              <a:t>O</a:t>
            </a:r>
            <a:r>
              <a:rPr sz="1300" spc="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futuro</a:t>
            </a:r>
            <a:r>
              <a:rPr sz="1300" spc="6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que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vemos</a:t>
            </a:r>
            <a:r>
              <a:rPr sz="1300" spc="4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para</a:t>
            </a:r>
            <a:r>
              <a:rPr sz="1300" spc="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4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Datalivery</a:t>
            </a:r>
            <a:r>
              <a:rPr sz="1300" spc="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é</a:t>
            </a:r>
            <a:r>
              <a:rPr sz="1300" spc="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promissor</a:t>
            </a:r>
            <a:r>
              <a:rPr sz="1300" spc="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5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voltado</a:t>
            </a:r>
            <a:r>
              <a:rPr sz="1300" spc="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para</a:t>
            </a:r>
            <a:r>
              <a:rPr sz="1300" spc="5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4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evolução </a:t>
            </a:r>
            <a:r>
              <a:rPr sz="1300" dirty="0">
                <a:latin typeface="Arial"/>
                <a:cs typeface="Arial"/>
              </a:rPr>
              <a:t>contínua</a:t>
            </a:r>
            <a:r>
              <a:rPr sz="1300" spc="15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da</a:t>
            </a:r>
            <a:r>
              <a:rPr sz="1300" spc="14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análise</a:t>
            </a:r>
            <a:r>
              <a:rPr sz="1300" spc="15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14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dados.</a:t>
            </a:r>
            <a:r>
              <a:rPr sz="1300" spc="14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Nosso</a:t>
            </a:r>
            <a:r>
              <a:rPr sz="1300" spc="14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próximo</a:t>
            </a:r>
            <a:r>
              <a:rPr sz="1300" spc="14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passo</a:t>
            </a:r>
            <a:r>
              <a:rPr sz="1300" spc="155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é</a:t>
            </a:r>
            <a:r>
              <a:rPr sz="1300" spc="150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expandir</a:t>
            </a:r>
            <a:r>
              <a:rPr sz="1300" spc="155" dirty="0">
                <a:latin typeface="Arial"/>
                <a:cs typeface="Arial"/>
              </a:rPr>
              <a:t>  </a:t>
            </a:r>
            <a:r>
              <a:rPr sz="1300" spc="-25" dirty="0">
                <a:latin typeface="Arial"/>
                <a:cs typeface="Arial"/>
              </a:rPr>
              <a:t>as </a:t>
            </a:r>
            <a:r>
              <a:rPr sz="1300" dirty="0">
                <a:latin typeface="Arial"/>
                <a:cs typeface="Arial"/>
              </a:rPr>
              <a:t>funcionalidades</a:t>
            </a:r>
            <a:r>
              <a:rPr sz="1300" spc="48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da</a:t>
            </a:r>
            <a:r>
              <a:rPr sz="1300" spc="48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plataforma,</a:t>
            </a:r>
            <a:r>
              <a:rPr sz="1300" spc="484" dirty="0">
                <a:latin typeface="Arial"/>
                <a:cs typeface="Arial"/>
              </a:rPr>
              <a:t>  </a:t>
            </a:r>
            <a:r>
              <a:rPr sz="1300" spc="-10" dirty="0">
                <a:latin typeface="Arial"/>
                <a:cs typeface="Arial"/>
              </a:rPr>
              <a:t>tornando-</a:t>
            </a:r>
            <a:r>
              <a:rPr sz="1300" dirty="0">
                <a:latin typeface="Arial"/>
                <a:cs typeface="Arial"/>
              </a:rPr>
              <a:t>a</a:t>
            </a:r>
            <a:r>
              <a:rPr sz="1300" spc="48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ainda</a:t>
            </a:r>
            <a:r>
              <a:rPr sz="1300" spc="484" dirty="0">
                <a:latin typeface="Arial"/>
                <a:cs typeface="Arial"/>
              </a:rPr>
              <a:t>  </a:t>
            </a:r>
            <a:r>
              <a:rPr sz="1300" dirty="0">
                <a:latin typeface="Arial"/>
                <a:cs typeface="Arial"/>
              </a:rPr>
              <a:t>mais</a:t>
            </a:r>
            <a:r>
              <a:rPr sz="1300" spc="490" dirty="0">
                <a:latin typeface="Arial"/>
                <a:cs typeface="Arial"/>
              </a:rPr>
              <a:t>  </a:t>
            </a:r>
            <a:r>
              <a:rPr sz="1300" spc="-10" dirty="0">
                <a:latin typeface="Arial"/>
                <a:cs typeface="Arial"/>
              </a:rPr>
              <a:t>completa, </a:t>
            </a:r>
            <a:r>
              <a:rPr sz="1300" dirty="0">
                <a:latin typeface="Arial"/>
                <a:cs typeface="Arial"/>
              </a:rPr>
              <a:t>automatizada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e</a:t>
            </a:r>
            <a:r>
              <a:rPr sz="1300" spc="2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integrada</a:t>
            </a:r>
            <a:r>
              <a:rPr sz="1300" spc="1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com</a:t>
            </a:r>
            <a:r>
              <a:rPr sz="1300" spc="1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as</a:t>
            </a:r>
            <a:r>
              <a:rPr sz="1300" spc="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principais</a:t>
            </a:r>
            <a:r>
              <a:rPr sz="1300" spc="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ferramentas</a:t>
            </a:r>
            <a:r>
              <a:rPr sz="1300" spc="35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de</a:t>
            </a:r>
            <a:r>
              <a:rPr sz="1300" spc="20" dirty="0">
                <a:latin typeface="Arial"/>
                <a:cs typeface="Arial"/>
              </a:rPr>
              <a:t> </a:t>
            </a:r>
            <a:r>
              <a:rPr sz="1300" dirty="0">
                <a:latin typeface="Arial"/>
                <a:cs typeface="Arial"/>
              </a:rPr>
              <a:t>gestão</a:t>
            </a:r>
            <a:r>
              <a:rPr sz="1300" spc="2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utilizadas </a:t>
            </a:r>
            <a:r>
              <a:rPr sz="1300" dirty="0">
                <a:latin typeface="Arial"/>
                <a:cs typeface="Arial"/>
              </a:rPr>
              <a:t>pelas</a:t>
            </a:r>
            <a:r>
              <a:rPr sz="1300" spc="-25" dirty="0">
                <a:latin typeface="Arial"/>
                <a:cs typeface="Arial"/>
              </a:rPr>
              <a:t> </a:t>
            </a:r>
            <a:r>
              <a:rPr sz="1300" spc="-10" dirty="0">
                <a:latin typeface="Arial"/>
                <a:cs typeface="Arial"/>
              </a:rPr>
              <a:t>empresas</a:t>
            </a:r>
            <a:r>
              <a:rPr sz="1300" b="1" spc="-10" dirty="0">
                <a:latin typeface="Arial"/>
                <a:cs typeface="Arial"/>
              </a:rPr>
              <a:t>.</a:t>
            </a:r>
            <a:endParaRPr sz="13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918118" y="5943952"/>
            <a:ext cx="5605780" cy="4406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700" b="1" dirty="0">
                <a:latin typeface="Arial"/>
                <a:cs typeface="Arial"/>
              </a:rPr>
              <a:t>Imagens</a:t>
            </a:r>
            <a:r>
              <a:rPr sz="2700" b="1" spc="-5" dirty="0">
                <a:latin typeface="Arial"/>
                <a:cs typeface="Arial"/>
              </a:rPr>
              <a:t> </a:t>
            </a:r>
            <a:r>
              <a:rPr sz="2700" b="1" dirty="0">
                <a:latin typeface="Arial"/>
                <a:cs typeface="Arial"/>
              </a:rPr>
              <a:t>e</a:t>
            </a:r>
            <a:r>
              <a:rPr sz="2700" b="1" spc="5" dirty="0">
                <a:latin typeface="Arial"/>
                <a:cs typeface="Arial"/>
              </a:rPr>
              <a:t> </a:t>
            </a:r>
            <a:r>
              <a:rPr sz="2700" b="1" dirty="0">
                <a:latin typeface="Arial"/>
                <a:cs typeface="Arial"/>
              </a:rPr>
              <a:t>ferramentas</a:t>
            </a:r>
            <a:r>
              <a:rPr sz="2700" b="1" spc="5" dirty="0">
                <a:latin typeface="Arial"/>
                <a:cs typeface="Arial"/>
              </a:rPr>
              <a:t> </a:t>
            </a:r>
            <a:r>
              <a:rPr sz="2700" b="1" dirty="0">
                <a:latin typeface="Arial"/>
                <a:cs typeface="Arial"/>
              </a:rPr>
              <a:t>do</a:t>
            </a:r>
            <a:r>
              <a:rPr sz="2700" b="1" spc="-5" dirty="0">
                <a:latin typeface="Arial"/>
                <a:cs typeface="Arial"/>
              </a:rPr>
              <a:t> </a:t>
            </a:r>
            <a:r>
              <a:rPr sz="2700" b="1" spc="-10" dirty="0">
                <a:latin typeface="Arial"/>
                <a:cs typeface="Arial"/>
              </a:rPr>
              <a:t>Projeto</a:t>
            </a:r>
            <a:endParaRPr sz="2700" dirty="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7659" y="11810963"/>
            <a:ext cx="30480" cy="74930"/>
          </a:xfrm>
          <a:custGeom>
            <a:avLst/>
            <a:gdLst/>
            <a:ahLst/>
            <a:cxnLst/>
            <a:rect l="l" t="t" r="r" b="b"/>
            <a:pathLst>
              <a:path w="30479" h="74929">
                <a:moveTo>
                  <a:pt x="30393" y="0"/>
                </a:moveTo>
                <a:lnTo>
                  <a:pt x="20961" y="0"/>
                </a:lnTo>
                <a:lnTo>
                  <a:pt x="0" y="6335"/>
                </a:lnTo>
                <a:lnTo>
                  <a:pt x="2885" y="16882"/>
                </a:lnTo>
                <a:lnTo>
                  <a:pt x="16867" y="13186"/>
                </a:lnTo>
                <a:lnTo>
                  <a:pt x="16867" y="74391"/>
                </a:lnTo>
                <a:lnTo>
                  <a:pt x="30393" y="74391"/>
                </a:lnTo>
                <a:lnTo>
                  <a:pt x="30393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873532" y="5788350"/>
            <a:ext cx="12002135" cy="6621780"/>
            <a:chOff x="873532" y="5788350"/>
            <a:chExt cx="12002135" cy="6621780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15488" y="5788350"/>
              <a:ext cx="3186694" cy="241993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7253" y="6679206"/>
              <a:ext cx="2592790" cy="62492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34893" y="6563971"/>
              <a:ext cx="2499715" cy="223822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901427" y="12321882"/>
              <a:ext cx="804545" cy="74295"/>
            </a:xfrm>
            <a:custGeom>
              <a:avLst/>
              <a:gdLst/>
              <a:ahLst/>
              <a:cxnLst/>
              <a:rect l="l" t="t" r="r" b="b"/>
              <a:pathLst>
                <a:path w="804545" h="74295">
                  <a:moveTo>
                    <a:pt x="58204" y="62255"/>
                  </a:moveTo>
                  <a:lnTo>
                    <a:pt x="13690" y="62255"/>
                  </a:lnTo>
                  <a:lnTo>
                    <a:pt x="13690" y="42418"/>
                  </a:lnTo>
                  <a:lnTo>
                    <a:pt x="52654" y="42418"/>
                  </a:lnTo>
                  <a:lnTo>
                    <a:pt x="52654" y="30822"/>
                  </a:lnTo>
                  <a:lnTo>
                    <a:pt x="13690" y="30822"/>
                  </a:lnTo>
                  <a:lnTo>
                    <a:pt x="13690" y="11607"/>
                  </a:lnTo>
                  <a:lnTo>
                    <a:pt x="57581" y="11607"/>
                  </a:lnTo>
                  <a:lnTo>
                    <a:pt x="57581" y="0"/>
                  </a:lnTo>
                  <a:lnTo>
                    <a:pt x="0" y="0"/>
                  </a:lnTo>
                  <a:lnTo>
                    <a:pt x="0" y="73863"/>
                  </a:lnTo>
                  <a:lnTo>
                    <a:pt x="58204" y="73863"/>
                  </a:lnTo>
                  <a:lnTo>
                    <a:pt x="58204" y="62255"/>
                  </a:lnTo>
                  <a:close/>
                </a:path>
                <a:path w="804545" h="74295">
                  <a:moveTo>
                    <a:pt x="803922" y="0"/>
                  </a:moveTo>
                  <a:lnTo>
                    <a:pt x="746099" y="0"/>
                  </a:lnTo>
                  <a:lnTo>
                    <a:pt x="746099" y="73875"/>
                  </a:lnTo>
                  <a:lnTo>
                    <a:pt x="759790" y="73875"/>
                  </a:lnTo>
                  <a:lnTo>
                    <a:pt x="759790" y="43802"/>
                  </a:lnTo>
                  <a:lnTo>
                    <a:pt x="798868" y="43802"/>
                  </a:lnTo>
                  <a:lnTo>
                    <a:pt x="798868" y="31978"/>
                  </a:lnTo>
                  <a:lnTo>
                    <a:pt x="759790" y="31978"/>
                  </a:lnTo>
                  <a:lnTo>
                    <a:pt x="759790" y="11823"/>
                  </a:lnTo>
                  <a:lnTo>
                    <a:pt x="803922" y="11823"/>
                  </a:lnTo>
                  <a:lnTo>
                    <a:pt x="803922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88933" y="9212938"/>
              <a:ext cx="5293995" cy="3028950"/>
            </a:xfrm>
            <a:custGeom>
              <a:avLst/>
              <a:gdLst/>
              <a:ahLst/>
              <a:cxnLst/>
              <a:rect l="l" t="t" r="r" b="b"/>
              <a:pathLst>
                <a:path w="5293995" h="3028950">
                  <a:moveTo>
                    <a:pt x="5293581" y="0"/>
                  </a:moveTo>
                  <a:lnTo>
                    <a:pt x="0" y="0"/>
                  </a:lnTo>
                  <a:lnTo>
                    <a:pt x="0" y="3028572"/>
                  </a:lnTo>
                  <a:lnTo>
                    <a:pt x="5293581" y="3028573"/>
                  </a:lnTo>
                  <a:lnTo>
                    <a:pt x="5293581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642795" y="9213366"/>
              <a:ext cx="3782695" cy="3031490"/>
            </a:xfrm>
            <a:custGeom>
              <a:avLst/>
              <a:gdLst/>
              <a:ahLst/>
              <a:cxnLst/>
              <a:rect l="l" t="t" r="r" b="b"/>
              <a:pathLst>
                <a:path w="3782695" h="3031490">
                  <a:moveTo>
                    <a:pt x="756500" y="0"/>
                  </a:moveTo>
                  <a:lnTo>
                    <a:pt x="0" y="0"/>
                  </a:lnTo>
                  <a:lnTo>
                    <a:pt x="0" y="3031286"/>
                  </a:lnTo>
                  <a:lnTo>
                    <a:pt x="756500" y="3031286"/>
                  </a:lnTo>
                  <a:lnTo>
                    <a:pt x="756500" y="0"/>
                  </a:lnTo>
                  <a:close/>
                </a:path>
                <a:path w="3782695" h="3031490">
                  <a:moveTo>
                    <a:pt x="2269528" y="0"/>
                  </a:moveTo>
                  <a:lnTo>
                    <a:pt x="1513027" y="0"/>
                  </a:lnTo>
                  <a:lnTo>
                    <a:pt x="1513027" y="3031286"/>
                  </a:lnTo>
                  <a:lnTo>
                    <a:pt x="2269528" y="3031286"/>
                  </a:lnTo>
                  <a:lnTo>
                    <a:pt x="2269528" y="0"/>
                  </a:lnTo>
                  <a:close/>
                </a:path>
                <a:path w="3782695" h="3031490">
                  <a:moveTo>
                    <a:pt x="3782568" y="0"/>
                  </a:moveTo>
                  <a:lnTo>
                    <a:pt x="3026067" y="0"/>
                  </a:lnTo>
                  <a:lnTo>
                    <a:pt x="3026067" y="3031286"/>
                  </a:lnTo>
                  <a:lnTo>
                    <a:pt x="3782568" y="3031286"/>
                  </a:lnTo>
                  <a:lnTo>
                    <a:pt x="3782568" y="0"/>
                  </a:lnTo>
                  <a:close/>
                </a:path>
              </a:pathLst>
            </a:custGeom>
            <a:solidFill>
              <a:srgbClr val="6D7B7B">
                <a:alpha val="9803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635023" y="9214395"/>
              <a:ext cx="3797300" cy="3030855"/>
            </a:xfrm>
            <a:custGeom>
              <a:avLst/>
              <a:gdLst/>
              <a:ahLst/>
              <a:cxnLst/>
              <a:rect l="l" t="t" r="r" b="b"/>
              <a:pathLst>
                <a:path w="3797300" h="3030854">
                  <a:moveTo>
                    <a:pt x="18491" y="0"/>
                  </a:moveTo>
                  <a:lnTo>
                    <a:pt x="0" y="0"/>
                  </a:lnTo>
                  <a:lnTo>
                    <a:pt x="0" y="3030461"/>
                  </a:lnTo>
                  <a:lnTo>
                    <a:pt x="18491" y="3030461"/>
                  </a:lnTo>
                  <a:lnTo>
                    <a:pt x="18491" y="0"/>
                  </a:lnTo>
                  <a:close/>
                </a:path>
                <a:path w="3797300" h="3030854">
                  <a:moveTo>
                    <a:pt x="774217" y="0"/>
                  </a:moveTo>
                  <a:lnTo>
                    <a:pt x="755713" y="0"/>
                  </a:lnTo>
                  <a:lnTo>
                    <a:pt x="755713" y="3030461"/>
                  </a:lnTo>
                  <a:lnTo>
                    <a:pt x="774217" y="3030461"/>
                  </a:lnTo>
                  <a:lnTo>
                    <a:pt x="774217" y="0"/>
                  </a:lnTo>
                  <a:close/>
                </a:path>
                <a:path w="3797300" h="3030854">
                  <a:moveTo>
                    <a:pt x="1529803" y="0"/>
                  </a:moveTo>
                  <a:lnTo>
                    <a:pt x="1511312" y="0"/>
                  </a:lnTo>
                  <a:lnTo>
                    <a:pt x="1511312" y="3030461"/>
                  </a:lnTo>
                  <a:lnTo>
                    <a:pt x="1529803" y="3030461"/>
                  </a:lnTo>
                  <a:lnTo>
                    <a:pt x="1529803" y="0"/>
                  </a:lnTo>
                  <a:close/>
                </a:path>
                <a:path w="3797300" h="3030854">
                  <a:moveTo>
                    <a:pt x="2285390" y="0"/>
                  </a:moveTo>
                  <a:lnTo>
                    <a:pt x="2266899" y="0"/>
                  </a:lnTo>
                  <a:lnTo>
                    <a:pt x="2266899" y="3030461"/>
                  </a:lnTo>
                  <a:lnTo>
                    <a:pt x="2285390" y="3030461"/>
                  </a:lnTo>
                  <a:lnTo>
                    <a:pt x="2285390" y="0"/>
                  </a:lnTo>
                  <a:close/>
                </a:path>
                <a:path w="3797300" h="3030854">
                  <a:moveTo>
                    <a:pt x="3040989" y="0"/>
                  </a:moveTo>
                  <a:lnTo>
                    <a:pt x="3022485" y="0"/>
                  </a:lnTo>
                  <a:lnTo>
                    <a:pt x="3022485" y="3030461"/>
                  </a:lnTo>
                  <a:lnTo>
                    <a:pt x="3040989" y="3030461"/>
                  </a:lnTo>
                  <a:lnTo>
                    <a:pt x="3040989" y="0"/>
                  </a:lnTo>
                  <a:close/>
                </a:path>
                <a:path w="3797300" h="3030854">
                  <a:moveTo>
                    <a:pt x="3796703" y="0"/>
                  </a:moveTo>
                  <a:lnTo>
                    <a:pt x="3778212" y="0"/>
                  </a:lnTo>
                  <a:lnTo>
                    <a:pt x="3778212" y="3030461"/>
                  </a:lnTo>
                  <a:lnTo>
                    <a:pt x="3796703" y="3030461"/>
                  </a:lnTo>
                  <a:lnTo>
                    <a:pt x="37967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73532" y="9691482"/>
              <a:ext cx="5307330" cy="2352040"/>
            </a:xfrm>
            <a:custGeom>
              <a:avLst/>
              <a:gdLst/>
              <a:ahLst/>
              <a:cxnLst/>
              <a:rect l="l" t="t" r="r" b="b"/>
              <a:pathLst>
                <a:path w="5307330" h="2352040">
                  <a:moveTo>
                    <a:pt x="5294432" y="0"/>
                  </a:moveTo>
                  <a:lnTo>
                    <a:pt x="4533168" y="361459"/>
                  </a:lnTo>
                  <a:lnTo>
                    <a:pt x="3783125" y="264084"/>
                  </a:lnTo>
                  <a:lnTo>
                    <a:pt x="3024327" y="1209439"/>
                  </a:lnTo>
                  <a:lnTo>
                    <a:pt x="2266639" y="981840"/>
                  </a:lnTo>
                  <a:lnTo>
                    <a:pt x="1516843" y="1544266"/>
                  </a:lnTo>
                  <a:lnTo>
                    <a:pt x="754716" y="1409232"/>
                  </a:lnTo>
                  <a:lnTo>
                    <a:pt x="0" y="2335828"/>
                  </a:lnTo>
                  <a:lnTo>
                    <a:pt x="21935" y="2352006"/>
                  </a:lnTo>
                  <a:lnTo>
                    <a:pt x="766306" y="1438210"/>
                  </a:lnTo>
                  <a:lnTo>
                    <a:pt x="1524117" y="1572423"/>
                  </a:lnTo>
                  <a:lnTo>
                    <a:pt x="2272188" y="1011170"/>
                  </a:lnTo>
                  <a:lnTo>
                    <a:pt x="3034561" y="1240176"/>
                  </a:lnTo>
                  <a:lnTo>
                    <a:pt x="3795332" y="292358"/>
                  </a:lnTo>
                  <a:lnTo>
                    <a:pt x="4537977" y="388794"/>
                  </a:lnTo>
                  <a:lnTo>
                    <a:pt x="5306885" y="23581"/>
                  </a:lnTo>
                  <a:lnTo>
                    <a:pt x="5294432" y="0"/>
                  </a:lnTo>
                  <a:close/>
                </a:path>
              </a:pathLst>
            </a:custGeom>
            <a:solidFill>
              <a:srgbClr val="308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76602" y="9302335"/>
              <a:ext cx="5306060" cy="2122805"/>
            </a:xfrm>
            <a:custGeom>
              <a:avLst/>
              <a:gdLst/>
              <a:ahLst/>
              <a:cxnLst/>
              <a:rect l="l" t="t" r="r" b="b"/>
              <a:pathLst>
                <a:path w="5306060" h="2122804">
                  <a:moveTo>
                    <a:pt x="759907" y="0"/>
                  </a:moveTo>
                  <a:lnTo>
                    <a:pt x="0" y="495671"/>
                  </a:lnTo>
                  <a:lnTo>
                    <a:pt x="15782" y="517493"/>
                  </a:lnTo>
                  <a:lnTo>
                    <a:pt x="754852" y="35430"/>
                  </a:lnTo>
                  <a:lnTo>
                    <a:pt x="1506374" y="891153"/>
                  </a:lnTo>
                  <a:lnTo>
                    <a:pt x="2282927" y="1960749"/>
                  </a:lnTo>
                  <a:lnTo>
                    <a:pt x="3025819" y="1252495"/>
                  </a:lnTo>
                  <a:lnTo>
                    <a:pt x="3783877" y="2056598"/>
                  </a:lnTo>
                  <a:lnTo>
                    <a:pt x="4532071" y="1586385"/>
                  </a:lnTo>
                  <a:lnTo>
                    <a:pt x="5289266" y="2122614"/>
                  </a:lnTo>
                  <a:lnTo>
                    <a:pt x="5305911" y="2101449"/>
                  </a:lnTo>
                  <a:lnTo>
                    <a:pt x="4532934" y="1554122"/>
                  </a:lnTo>
                  <a:lnTo>
                    <a:pt x="3788563" y="2022106"/>
                  </a:lnTo>
                  <a:lnTo>
                    <a:pt x="3026929" y="1214132"/>
                  </a:lnTo>
                  <a:lnTo>
                    <a:pt x="2286750" y="1919687"/>
                  </a:lnTo>
                  <a:lnTo>
                    <a:pt x="1528815" y="875667"/>
                  </a:lnTo>
                  <a:lnTo>
                    <a:pt x="759907" y="0"/>
                  </a:lnTo>
                  <a:close/>
                </a:path>
              </a:pathLst>
            </a:custGeom>
            <a:solidFill>
              <a:srgbClr val="1CD0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78329" y="9891862"/>
              <a:ext cx="5299075" cy="1918970"/>
            </a:xfrm>
            <a:custGeom>
              <a:avLst/>
              <a:gdLst/>
              <a:ahLst/>
              <a:cxnLst/>
              <a:rect l="l" t="t" r="r" b="b"/>
              <a:pathLst>
                <a:path w="5299075" h="1918970">
                  <a:moveTo>
                    <a:pt x="758674" y="0"/>
                  </a:moveTo>
                  <a:lnTo>
                    <a:pt x="0" y="361107"/>
                  </a:lnTo>
                  <a:lnTo>
                    <a:pt x="12330" y="384688"/>
                  </a:lnTo>
                  <a:lnTo>
                    <a:pt x="752632" y="32379"/>
                  </a:lnTo>
                  <a:lnTo>
                    <a:pt x="1505635" y="791667"/>
                  </a:lnTo>
                  <a:lnTo>
                    <a:pt x="2259623" y="1270914"/>
                  </a:lnTo>
                  <a:lnTo>
                    <a:pt x="3021010" y="1357026"/>
                  </a:lnTo>
                  <a:lnTo>
                    <a:pt x="3780671" y="1674092"/>
                  </a:lnTo>
                  <a:lnTo>
                    <a:pt x="4528495" y="1766762"/>
                  </a:lnTo>
                  <a:lnTo>
                    <a:pt x="5293088" y="1918608"/>
                  </a:lnTo>
                  <a:lnTo>
                    <a:pt x="5298760" y="1892774"/>
                  </a:lnTo>
                  <a:lnTo>
                    <a:pt x="4533550" y="1740811"/>
                  </a:lnTo>
                  <a:lnTo>
                    <a:pt x="3788193" y="1648399"/>
                  </a:lnTo>
                  <a:lnTo>
                    <a:pt x="3028285" y="1331216"/>
                  </a:lnTo>
                  <a:lnTo>
                    <a:pt x="2269611" y="1245456"/>
                  </a:lnTo>
                  <a:lnTo>
                    <a:pt x="1524746" y="772426"/>
                  </a:lnTo>
                  <a:lnTo>
                    <a:pt x="758674" y="0"/>
                  </a:lnTo>
                  <a:close/>
                </a:path>
              </a:pathLst>
            </a:custGeom>
            <a:solidFill>
              <a:srgbClr val="FFA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353126" y="6530148"/>
              <a:ext cx="2245995" cy="774065"/>
            </a:xfrm>
            <a:custGeom>
              <a:avLst/>
              <a:gdLst/>
              <a:ahLst/>
              <a:cxnLst/>
              <a:rect l="l" t="t" r="r" b="b"/>
              <a:pathLst>
                <a:path w="2245995" h="774065">
                  <a:moveTo>
                    <a:pt x="731037" y="607796"/>
                  </a:moveTo>
                  <a:lnTo>
                    <a:pt x="729818" y="598411"/>
                  </a:lnTo>
                  <a:lnTo>
                    <a:pt x="726262" y="589368"/>
                  </a:lnTo>
                  <a:lnTo>
                    <a:pt x="672033" y="488454"/>
                  </a:lnTo>
                  <a:lnTo>
                    <a:pt x="672033" y="597687"/>
                  </a:lnTo>
                  <a:lnTo>
                    <a:pt x="670331" y="604469"/>
                  </a:lnTo>
                  <a:lnTo>
                    <a:pt x="665594" y="610082"/>
                  </a:lnTo>
                  <a:lnTo>
                    <a:pt x="658279" y="613600"/>
                  </a:lnTo>
                  <a:lnTo>
                    <a:pt x="261861" y="716356"/>
                  </a:lnTo>
                  <a:lnTo>
                    <a:pt x="253085" y="716572"/>
                  </a:lnTo>
                  <a:lnTo>
                    <a:pt x="245783" y="713181"/>
                  </a:lnTo>
                  <a:lnTo>
                    <a:pt x="241223" y="707186"/>
                  </a:lnTo>
                  <a:lnTo>
                    <a:pt x="240690" y="699617"/>
                  </a:lnTo>
                  <a:lnTo>
                    <a:pt x="382308" y="105206"/>
                  </a:lnTo>
                  <a:lnTo>
                    <a:pt x="386664" y="98666"/>
                  </a:lnTo>
                  <a:lnTo>
                    <a:pt x="394081" y="95885"/>
                  </a:lnTo>
                  <a:lnTo>
                    <a:pt x="402031" y="97129"/>
                  </a:lnTo>
                  <a:lnTo>
                    <a:pt x="408012" y="102628"/>
                  </a:lnTo>
                  <a:lnTo>
                    <a:pt x="670229" y="590626"/>
                  </a:lnTo>
                  <a:lnTo>
                    <a:pt x="672033" y="597687"/>
                  </a:lnTo>
                  <a:lnTo>
                    <a:pt x="672033" y="488454"/>
                  </a:lnTo>
                  <a:lnTo>
                    <a:pt x="461098" y="95885"/>
                  </a:lnTo>
                  <a:lnTo>
                    <a:pt x="422643" y="24320"/>
                  </a:lnTo>
                  <a:lnTo>
                    <a:pt x="381139" y="0"/>
                  </a:lnTo>
                  <a:lnTo>
                    <a:pt x="367728" y="876"/>
                  </a:lnTo>
                  <a:lnTo>
                    <a:pt x="7505" y="487565"/>
                  </a:lnTo>
                  <a:lnTo>
                    <a:pt x="0" y="511111"/>
                  </a:lnTo>
                  <a:lnTo>
                    <a:pt x="2095" y="523189"/>
                  </a:lnTo>
                  <a:lnTo>
                    <a:pt x="169037" y="753008"/>
                  </a:lnTo>
                  <a:lnTo>
                    <a:pt x="212521" y="773607"/>
                  </a:lnTo>
                  <a:lnTo>
                    <a:pt x="217424" y="773607"/>
                  </a:lnTo>
                  <a:lnTo>
                    <a:pt x="222351" y="772998"/>
                  </a:lnTo>
                  <a:lnTo>
                    <a:pt x="440042" y="716572"/>
                  </a:lnTo>
                  <a:lnTo>
                    <a:pt x="694397" y="650646"/>
                  </a:lnTo>
                  <a:lnTo>
                    <a:pt x="726541" y="626287"/>
                  </a:lnTo>
                  <a:lnTo>
                    <a:pt x="729957" y="617207"/>
                  </a:lnTo>
                  <a:lnTo>
                    <a:pt x="731037" y="607796"/>
                  </a:lnTo>
                  <a:close/>
                </a:path>
                <a:path w="2245995" h="774065">
                  <a:moveTo>
                    <a:pt x="1340281" y="324789"/>
                  </a:moveTo>
                  <a:lnTo>
                    <a:pt x="1335455" y="323875"/>
                  </a:lnTo>
                  <a:lnTo>
                    <a:pt x="1336230" y="323875"/>
                  </a:lnTo>
                  <a:lnTo>
                    <a:pt x="1328229" y="323253"/>
                  </a:lnTo>
                  <a:lnTo>
                    <a:pt x="1320165" y="323253"/>
                  </a:lnTo>
                  <a:lnTo>
                    <a:pt x="1310182" y="323875"/>
                  </a:lnTo>
                  <a:lnTo>
                    <a:pt x="1274356" y="338416"/>
                  </a:lnTo>
                  <a:lnTo>
                    <a:pt x="1255115" y="359041"/>
                  </a:lnTo>
                  <a:lnTo>
                    <a:pt x="1252181" y="359041"/>
                  </a:lnTo>
                  <a:lnTo>
                    <a:pt x="1243393" y="326859"/>
                  </a:lnTo>
                  <a:lnTo>
                    <a:pt x="1198270" y="326859"/>
                  </a:lnTo>
                  <a:lnTo>
                    <a:pt x="1198270" y="518223"/>
                  </a:lnTo>
                  <a:lnTo>
                    <a:pt x="1257846" y="518223"/>
                  </a:lnTo>
                  <a:lnTo>
                    <a:pt x="1257846" y="420827"/>
                  </a:lnTo>
                  <a:lnTo>
                    <a:pt x="1258849" y="409917"/>
                  </a:lnTo>
                  <a:lnTo>
                    <a:pt x="1282509" y="379260"/>
                  </a:lnTo>
                  <a:lnTo>
                    <a:pt x="1318196" y="372033"/>
                  </a:lnTo>
                  <a:lnTo>
                    <a:pt x="1325105" y="372033"/>
                  </a:lnTo>
                  <a:lnTo>
                    <a:pt x="1330960" y="372618"/>
                  </a:lnTo>
                  <a:lnTo>
                    <a:pt x="1335786" y="373748"/>
                  </a:lnTo>
                  <a:lnTo>
                    <a:pt x="1335887" y="372618"/>
                  </a:lnTo>
                  <a:lnTo>
                    <a:pt x="1335951" y="372033"/>
                  </a:lnTo>
                  <a:lnTo>
                    <a:pt x="1337132" y="359041"/>
                  </a:lnTo>
                  <a:lnTo>
                    <a:pt x="1340091" y="326859"/>
                  </a:lnTo>
                  <a:lnTo>
                    <a:pt x="1340192" y="325716"/>
                  </a:lnTo>
                  <a:lnTo>
                    <a:pt x="1340281" y="324789"/>
                  </a:lnTo>
                  <a:close/>
                </a:path>
                <a:path w="2245995" h="774065">
                  <a:moveTo>
                    <a:pt x="1431442" y="326859"/>
                  </a:moveTo>
                  <a:lnTo>
                    <a:pt x="1371866" y="326859"/>
                  </a:lnTo>
                  <a:lnTo>
                    <a:pt x="1371866" y="518223"/>
                  </a:lnTo>
                  <a:lnTo>
                    <a:pt x="1431442" y="518223"/>
                  </a:lnTo>
                  <a:lnTo>
                    <a:pt x="1431442" y="326859"/>
                  </a:lnTo>
                  <a:close/>
                </a:path>
                <a:path w="2245995" h="774065">
                  <a:moveTo>
                    <a:pt x="1434185" y="277380"/>
                  </a:moveTo>
                  <a:lnTo>
                    <a:pt x="1432153" y="266217"/>
                  </a:lnTo>
                  <a:lnTo>
                    <a:pt x="1426070" y="258254"/>
                  </a:lnTo>
                  <a:lnTo>
                    <a:pt x="1415935" y="253466"/>
                  </a:lnTo>
                  <a:lnTo>
                    <a:pt x="1401762" y="251879"/>
                  </a:lnTo>
                  <a:lnTo>
                    <a:pt x="1387576" y="253466"/>
                  </a:lnTo>
                  <a:lnTo>
                    <a:pt x="1377442" y="258254"/>
                  </a:lnTo>
                  <a:lnTo>
                    <a:pt x="1371358" y="266217"/>
                  </a:lnTo>
                  <a:lnTo>
                    <a:pt x="1369339" y="277380"/>
                  </a:lnTo>
                  <a:lnTo>
                    <a:pt x="1371371" y="288607"/>
                  </a:lnTo>
                  <a:lnTo>
                    <a:pt x="1377442" y="296633"/>
                  </a:lnTo>
                  <a:lnTo>
                    <a:pt x="1387576" y="301447"/>
                  </a:lnTo>
                  <a:lnTo>
                    <a:pt x="1401762" y="303060"/>
                  </a:lnTo>
                  <a:lnTo>
                    <a:pt x="1412570" y="303060"/>
                  </a:lnTo>
                  <a:lnTo>
                    <a:pt x="1420672" y="300812"/>
                  </a:lnTo>
                  <a:lnTo>
                    <a:pt x="1431480" y="291795"/>
                  </a:lnTo>
                  <a:lnTo>
                    <a:pt x="1434185" y="285483"/>
                  </a:lnTo>
                  <a:lnTo>
                    <a:pt x="1434185" y="277380"/>
                  </a:lnTo>
                  <a:close/>
                </a:path>
                <a:path w="2245995" h="774065">
                  <a:moveTo>
                    <a:pt x="1641182" y="461391"/>
                  </a:moveTo>
                  <a:lnTo>
                    <a:pt x="1625879" y="424027"/>
                  </a:lnTo>
                  <a:lnTo>
                    <a:pt x="1580426" y="401828"/>
                  </a:lnTo>
                  <a:lnTo>
                    <a:pt x="1567332" y="397090"/>
                  </a:lnTo>
                  <a:lnTo>
                    <a:pt x="1556766" y="392976"/>
                  </a:lnTo>
                  <a:lnTo>
                    <a:pt x="1548739" y="389470"/>
                  </a:lnTo>
                  <a:lnTo>
                    <a:pt x="1543227" y="386600"/>
                  </a:lnTo>
                  <a:lnTo>
                    <a:pt x="1537563" y="383171"/>
                  </a:lnTo>
                  <a:lnTo>
                    <a:pt x="1534718" y="379120"/>
                  </a:lnTo>
                  <a:lnTo>
                    <a:pt x="1534718" y="374434"/>
                  </a:lnTo>
                  <a:lnTo>
                    <a:pt x="1536369" y="368973"/>
                  </a:lnTo>
                  <a:lnTo>
                    <a:pt x="1541322" y="365061"/>
                  </a:lnTo>
                  <a:lnTo>
                    <a:pt x="1549565" y="362724"/>
                  </a:lnTo>
                  <a:lnTo>
                    <a:pt x="1561096" y="361937"/>
                  </a:lnTo>
                  <a:lnTo>
                    <a:pt x="1568475" y="362191"/>
                  </a:lnTo>
                  <a:lnTo>
                    <a:pt x="1612785" y="373037"/>
                  </a:lnTo>
                  <a:lnTo>
                    <a:pt x="1620862" y="375983"/>
                  </a:lnTo>
                  <a:lnTo>
                    <a:pt x="1627441" y="362191"/>
                  </a:lnTo>
                  <a:lnTo>
                    <a:pt x="1627555" y="361937"/>
                  </a:lnTo>
                  <a:lnTo>
                    <a:pt x="1638833" y="338328"/>
                  </a:lnTo>
                  <a:lnTo>
                    <a:pt x="1620037" y="331736"/>
                  </a:lnTo>
                  <a:lnTo>
                    <a:pt x="1600987" y="327025"/>
                  </a:lnTo>
                  <a:lnTo>
                    <a:pt x="1581658" y="324205"/>
                  </a:lnTo>
                  <a:lnTo>
                    <a:pt x="1562061" y="323253"/>
                  </a:lnTo>
                  <a:lnTo>
                    <a:pt x="1540954" y="324205"/>
                  </a:lnTo>
                  <a:lnTo>
                    <a:pt x="1542072" y="324205"/>
                  </a:lnTo>
                  <a:lnTo>
                    <a:pt x="1525371" y="326745"/>
                  </a:lnTo>
                  <a:lnTo>
                    <a:pt x="1488236" y="344906"/>
                  </a:lnTo>
                  <a:lnTo>
                    <a:pt x="1475625" y="375983"/>
                  </a:lnTo>
                  <a:lnTo>
                    <a:pt x="1475663" y="379120"/>
                  </a:lnTo>
                  <a:lnTo>
                    <a:pt x="1475854" y="383171"/>
                  </a:lnTo>
                  <a:lnTo>
                    <a:pt x="1475879" y="383819"/>
                  </a:lnTo>
                  <a:lnTo>
                    <a:pt x="1498117" y="419798"/>
                  </a:lnTo>
                  <a:lnTo>
                    <a:pt x="1543469" y="440067"/>
                  </a:lnTo>
                  <a:lnTo>
                    <a:pt x="1550936" y="443014"/>
                  </a:lnTo>
                  <a:lnTo>
                    <a:pt x="1582381" y="462940"/>
                  </a:lnTo>
                  <a:lnTo>
                    <a:pt x="1582293" y="467398"/>
                  </a:lnTo>
                  <a:lnTo>
                    <a:pt x="1580362" y="474243"/>
                  </a:lnTo>
                  <a:lnTo>
                    <a:pt x="1574279" y="479374"/>
                  </a:lnTo>
                  <a:lnTo>
                    <a:pt x="1564144" y="482447"/>
                  </a:lnTo>
                  <a:lnTo>
                    <a:pt x="1549958" y="483476"/>
                  </a:lnTo>
                  <a:lnTo>
                    <a:pt x="1541741" y="483184"/>
                  </a:lnTo>
                  <a:lnTo>
                    <a:pt x="1503197" y="476415"/>
                  </a:lnTo>
                  <a:lnTo>
                    <a:pt x="1475943" y="467398"/>
                  </a:lnTo>
                  <a:lnTo>
                    <a:pt x="1475943" y="510527"/>
                  </a:lnTo>
                  <a:lnTo>
                    <a:pt x="1516227" y="520065"/>
                  </a:lnTo>
                  <a:lnTo>
                    <a:pt x="1548015" y="521652"/>
                  </a:lnTo>
                  <a:lnTo>
                    <a:pt x="1569796" y="520687"/>
                  </a:lnTo>
                  <a:lnTo>
                    <a:pt x="1617827" y="506247"/>
                  </a:lnTo>
                  <a:lnTo>
                    <a:pt x="1636737" y="483476"/>
                  </a:lnTo>
                  <a:lnTo>
                    <a:pt x="1639722" y="475246"/>
                  </a:lnTo>
                  <a:lnTo>
                    <a:pt x="1641182" y="461391"/>
                  </a:lnTo>
                  <a:close/>
                </a:path>
                <a:path w="2245995" h="774065">
                  <a:moveTo>
                    <a:pt x="2013318" y="393433"/>
                  </a:moveTo>
                  <a:lnTo>
                    <a:pt x="2012124" y="376288"/>
                  </a:lnTo>
                  <a:lnTo>
                    <a:pt x="2009368" y="365023"/>
                  </a:lnTo>
                  <a:lnTo>
                    <a:pt x="2008555" y="361657"/>
                  </a:lnTo>
                  <a:lnTo>
                    <a:pt x="2003475" y="351332"/>
                  </a:lnTo>
                  <a:lnTo>
                    <a:pt x="2002599" y="349542"/>
                  </a:lnTo>
                  <a:lnTo>
                    <a:pt x="1994268" y="339940"/>
                  </a:lnTo>
                  <a:lnTo>
                    <a:pt x="1983613" y="332638"/>
                  </a:lnTo>
                  <a:lnTo>
                    <a:pt x="1970747" y="327444"/>
                  </a:lnTo>
                  <a:lnTo>
                    <a:pt x="1955533" y="324294"/>
                  </a:lnTo>
                  <a:lnTo>
                    <a:pt x="1938108" y="323253"/>
                  </a:lnTo>
                  <a:lnTo>
                    <a:pt x="1927606" y="323723"/>
                  </a:lnTo>
                  <a:lnTo>
                    <a:pt x="1885137" y="339051"/>
                  </a:lnTo>
                  <a:lnTo>
                    <a:pt x="1873656" y="351332"/>
                  </a:lnTo>
                  <a:lnTo>
                    <a:pt x="1868385" y="351332"/>
                  </a:lnTo>
                  <a:lnTo>
                    <a:pt x="1857717" y="339051"/>
                  </a:lnTo>
                  <a:lnTo>
                    <a:pt x="1843087" y="330276"/>
                  </a:lnTo>
                  <a:lnTo>
                    <a:pt x="1824888" y="325120"/>
                  </a:lnTo>
                  <a:lnTo>
                    <a:pt x="1825879" y="325120"/>
                  </a:lnTo>
                  <a:lnTo>
                    <a:pt x="1801977" y="323253"/>
                  </a:lnTo>
                  <a:lnTo>
                    <a:pt x="1791538" y="323723"/>
                  </a:lnTo>
                  <a:lnTo>
                    <a:pt x="1781721" y="325120"/>
                  </a:lnTo>
                  <a:lnTo>
                    <a:pt x="1743392" y="345097"/>
                  </a:lnTo>
                  <a:lnTo>
                    <a:pt x="1738503" y="351332"/>
                  </a:lnTo>
                  <a:lnTo>
                    <a:pt x="1735175" y="351332"/>
                  </a:lnTo>
                  <a:lnTo>
                    <a:pt x="1727174" y="326859"/>
                  </a:lnTo>
                  <a:lnTo>
                    <a:pt x="1681657" y="326859"/>
                  </a:lnTo>
                  <a:lnTo>
                    <a:pt x="1681657" y="518223"/>
                  </a:lnTo>
                  <a:lnTo>
                    <a:pt x="1741233" y="518223"/>
                  </a:lnTo>
                  <a:lnTo>
                    <a:pt x="1741233" y="428193"/>
                  </a:lnTo>
                  <a:lnTo>
                    <a:pt x="1741881" y="412521"/>
                  </a:lnTo>
                  <a:lnTo>
                    <a:pt x="1757540" y="373303"/>
                  </a:lnTo>
                  <a:lnTo>
                    <a:pt x="1784794" y="365023"/>
                  </a:lnTo>
                  <a:lnTo>
                    <a:pt x="1792719" y="365671"/>
                  </a:lnTo>
                  <a:lnTo>
                    <a:pt x="1817052" y="396430"/>
                  </a:lnTo>
                  <a:lnTo>
                    <a:pt x="1817598" y="406450"/>
                  </a:lnTo>
                  <a:lnTo>
                    <a:pt x="1817598" y="518223"/>
                  </a:lnTo>
                  <a:lnTo>
                    <a:pt x="1877174" y="518223"/>
                  </a:lnTo>
                  <a:lnTo>
                    <a:pt x="1877174" y="422198"/>
                  </a:lnTo>
                  <a:lnTo>
                    <a:pt x="1877847" y="408305"/>
                  </a:lnTo>
                  <a:lnTo>
                    <a:pt x="1879828" y="396748"/>
                  </a:lnTo>
                  <a:lnTo>
                    <a:pt x="1879879" y="396430"/>
                  </a:lnTo>
                  <a:lnTo>
                    <a:pt x="1910257" y="365937"/>
                  </a:lnTo>
                  <a:lnTo>
                    <a:pt x="1909724" y="365937"/>
                  </a:lnTo>
                  <a:lnTo>
                    <a:pt x="1920735" y="365023"/>
                  </a:lnTo>
                  <a:lnTo>
                    <a:pt x="1928660" y="365671"/>
                  </a:lnTo>
                  <a:lnTo>
                    <a:pt x="1935454" y="367614"/>
                  </a:lnTo>
                  <a:lnTo>
                    <a:pt x="1952980" y="396430"/>
                  </a:lnTo>
                  <a:lnTo>
                    <a:pt x="1953044" y="396748"/>
                  </a:lnTo>
                  <a:lnTo>
                    <a:pt x="1953539" y="406450"/>
                  </a:lnTo>
                  <a:lnTo>
                    <a:pt x="1953539" y="518223"/>
                  </a:lnTo>
                  <a:lnTo>
                    <a:pt x="2013318" y="518223"/>
                  </a:lnTo>
                  <a:lnTo>
                    <a:pt x="2013318" y="393433"/>
                  </a:lnTo>
                  <a:close/>
                </a:path>
                <a:path w="2245995" h="774065">
                  <a:moveTo>
                    <a:pt x="2245842" y="390702"/>
                  </a:moveTo>
                  <a:lnTo>
                    <a:pt x="2244445" y="375462"/>
                  </a:lnTo>
                  <a:lnTo>
                    <a:pt x="2244382" y="374675"/>
                  </a:lnTo>
                  <a:lnTo>
                    <a:pt x="2240229" y="361607"/>
                  </a:lnTo>
                  <a:lnTo>
                    <a:pt x="2209406" y="332346"/>
                  </a:lnTo>
                  <a:lnTo>
                    <a:pt x="2175891" y="323989"/>
                  </a:lnTo>
                  <a:lnTo>
                    <a:pt x="2176335" y="323989"/>
                  </a:lnTo>
                  <a:lnTo>
                    <a:pt x="2155025" y="322910"/>
                  </a:lnTo>
                  <a:lnTo>
                    <a:pt x="2132584" y="323989"/>
                  </a:lnTo>
                  <a:lnTo>
                    <a:pt x="2111171" y="327228"/>
                  </a:lnTo>
                  <a:lnTo>
                    <a:pt x="2090788" y="332638"/>
                  </a:lnTo>
                  <a:lnTo>
                    <a:pt x="2071420" y="340207"/>
                  </a:lnTo>
                  <a:lnTo>
                    <a:pt x="2091156" y="375462"/>
                  </a:lnTo>
                  <a:lnTo>
                    <a:pt x="2108250" y="369404"/>
                  </a:lnTo>
                  <a:lnTo>
                    <a:pt x="2124214" y="365074"/>
                  </a:lnTo>
                  <a:lnTo>
                    <a:pt x="2139010" y="362470"/>
                  </a:lnTo>
                  <a:lnTo>
                    <a:pt x="2152675" y="361607"/>
                  </a:lnTo>
                  <a:lnTo>
                    <a:pt x="2167547" y="363423"/>
                  </a:lnTo>
                  <a:lnTo>
                    <a:pt x="2178164" y="368871"/>
                  </a:lnTo>
                  <a:lnTo>
                    <a:pt x="2184539" y="377964"/>
                  </a:lnTo>
                  <a:lnTo>
                    <a:pt x="2186660" y="390702"/>
                  </a:lnTo>
                  <a:lnTo>
                    <a:pt x="2186660" y="399084"/>
                  </a:lnTo>
                  <a:lnTo>
                    <a:pt x="2186660" y="429564"/>
                  </a:lnTo>
                  <a:lnTo>
                    <a:pt x="2186660" y="445300"/>
                  </a:lnTo>
                  <a:lnTo>
                    <a:pt x="2185886" y="453517"/>
                  </a:lnTo>
                  <a:lnTo>
                    <a:pt x="2150986" y="482828"/>
                  </a:lnTo>
                  <a:lnTo>
                    <a:pt x="2141143" y="483476"/>
                  </a:lnTo>
                  <a:lnTo>
                    <a:pt x="2128507" y="482092"/>
                  </a:lnTo>
                  <a:lnTo>
                    <a:pt x="2119477" y="477951"/>
                  </a:lnTo>
                  <a:lnTo>
                    <a:pt x="2114054" y="471055"/>
                  </a:lnTo>
                  <a:lnTo>
                    <a:pt x="2112238" y="461391"/>
                  </a:lnTo>
                  <a:lnTo>
                    <a:pt x="2113038" y="454190"/>
                  </a:lnTo>
                  <a:lnTo>
                    <a:pt x="2151456" y="431012"/>
                  </a:lnTo>
                  <a:lnTo>
                    <a:pt x="2186660" y="429564"/>
                  </a:lnTo>
                  <a:lnTo>
                    <a:pt x="2186660" y="399084"/>
                  </a:lnTo>
                  <a:lnTo>
                    <a:pt x="2125802" y="401701"/>
                  </a:lnTo>
                  <a:lnTo>
                    <a:pt x="2075434" y="416115"/>
                  </a:lnTo>
                  <a:lnTo>
                    <a:pt x="2052624" y="446824"/>
                  </a:lnTo>
                  <a:lnTo>
                    <a:pt x="2051126" y="460883"/>
                  </a:lnTo>
                  <a:lnTo>
                    <a:pt x="2051138" y="461391"/>
                  </a:lnTo>
                  <a:lnTo>
                    <a:pt x="2069172" y="505904"/>
                  </a:lnTo>
                  <a:lnTo>
                    <a:pt x="2118690" y="521639"/>
                  </a:lnTo>
                  <a:lnTo>
                    <a:pt x="2130882" y="521246"/>
                  </a:lnTo>
                  <a:lnTo>
                    <a:pt x="2168106" y="511378"/>
                  </a:lnTo>
                  <a:lnTo>
                    <a:pt x="2191156" y="492213"/>
                  </a:lnTo>
                  <a:lnTo>
                    <a:pt x="2192718" y="492213"/>
                  </a:lnTo>
                  <a:lnTo>
                    <a:pt x="2204161" y="518033"/>
                  </a:lnTo>
                  <a:lnTo>
                    <a:pt x="2204237" y="518223"/>
                  </a:lnTo>
                  <a:lnTo>
                    <a:pt x="2245842" y="518223"/>
                  </a:lnTo>
                  <a:lnTo>
                    <a:pt x="2245842" y="492213"/>
                  </a:lnTo>
                  <a:lnTo>
                    <a:pt x="2245842" y="483476"/>
                  </a:lnTo>
                  <a:lnTo>
                    <a:pt x="2245842" y="429564"/>
                  </a:lnTo>
                  <a:lnTo>
                    <a:pt x="2245842" y="390702"/>
                  </a:lnTo>
                  <a:close/>
                </a:path>
              </a:pathLst>
            </a:custGeom>
            <a:solidFill>
              <a:srgbClr val="0C34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37653" y="7312999"/>
              <a:ext cx="2247084" cy="735731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225470" y="7906903"/>
              <a:ext cx="2535172" cy="1400549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887515" y="9161193"/>
              <a:ext cx="5987794" cy="3248744"/>
            </a:xfrm>
            <a:prstGeom prst="rect">
              <a:avLst/>
            </a:prstGeom>
          </p:spPr>
        </p:pic>
      </p:grpSp>
      <p:grpSp>
        <p:nvGrpSpPr>
          <p:cNvPr id="27" name="object 27"/>
          <p:cNvGrpSpPr/>
          <p:nvPr/>
        </p:nvGrpSpPr>
        <p:grpSpPr>
          <a:xfrm>
            <a:off x="57617" y="6798106"/>
            <a:ext cx="13345160" cy="13306425"/>
            <a:chOff x="57617" y="6798106"/>
            <a:chExt cx="13345160" cy="13306425"/>
          </a:xfrm>
        </p:grpSpPr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7617" y="18778896"/>
              <a:ext cx="1440439" cy="132520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2006615" y="18792192"/>
              <a:ext cx="1396117" cy="131190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42275" y="12321359"/>
              <a:ext cx="80935" cy="74391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16535" y="12321875"/>
              <a:ext cx="64610" cy="73863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375949" y="12320620"/>
              <a:ext cx="71021" cy="76409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131418" y="12321875"/>
              <a:ext cx="70281" cy="73863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382287" y="12320620"/>
              <a:ext cx="72624" cy="76409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143551" y="12321875"/>
              <a:ext cx="64363" cy="73875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90592" y="11810224"/>
              <a:ext cx="239439" cy="76398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28177" y="11431989"/>
              <a:ext cx="313888" cy="76398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27228" y="11053788"/>
              <a:ext cx="315102" cy="7637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22900" y="10675552"/>
              <a:ext cx="322981" cy="7637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27388" y="10297316"/>
              <a:ext cx="315213" cy="76374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26673" y="9919080"/>
              <a:ext cx="317766" cy="76374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31605" y="9540845"/>
              <a:ext cx="309122" cy="76374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27117" y="9176922"/>
              <a:ext cx="315879" cy="76374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27422" y="12946225"/>
              <a:ext cx="5770621" cy="3222151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6315516" y="6798106"/>
              <a:ext cx="197265" cy="250263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7503753" y="16104027"/>
              <a:ext cx="80935" cy="75126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8278012" y="16104549"/>
              <a:ext cx="64610" cy="74593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9037426" y="16103281"/>
              <a:ext cx="71021" cy="77164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9792896" y="16104549"/>
              <a:ext cx="70281" cy="74593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10562908" y="16104552"/>
              <a:ext cx="804545" cy="74930"/>
            </a:xfrm>
            <a:custGeom>
              <a:avLst/>
              <a:gdLst/>
              <a:ahLst/>
              <a:cxnLst/>
              <a:rect l="l" t="t" r="r" b="b"/>
              <a:pathLst>
                <a:path w="804545" h="74930">
                  <a:moveTo>
                    <a:pt x="58204" y="62877"/>
                  </a:moveTo>
                  <a:lnTo>
                    <a:pt x="13690" y="62877"/>
                  </a:lnTo>
                  <a:lnTo>
                    <a:pt x="13690" y="42849"/>
                  </a:lnTo>
                  <a:lnTo>
                    <a:pt x="52654" y="42849"/>
                  </a:lnTo>
                  <a:lnTo>
                    <a:pt x="52654" y="31127"/>
                  </a:lnTo>
                  <a:lnTo>
                    <a:pt x="13690" y="31127"/>
                  </a:lnTo>
                  <a:lnTo>
                    <a:pt x="13690" y="11722"/>
                  </a:lnTo>
                  <a:lnTo>
                    <a:pt x="57581" y="11722"/>
                  </a:lnTo>
                  <a:lnTo>
                    <a:pt x="57581" y="0"/>
                  </a:lnTo>
                  <a:lnTo>
                    <a:pt x="0" y="0"/>
                  </a:lnTo>
                  <a:lnTo>
                    <a:pt x="0" y="74599"/>
                  </a:lnTo>
                  <a:lnTo>
                    <a:pt x="58204" y="74599"/>
                  </a:lnTo>
                  <a:lnTo>
                    <a:pt x="58204" y="62877"/>
                  </a:lnTo>
                  <a:close/>
                </a:path>
                <a:path w="804545" h="74930">
                  <a:moveTo>
                    <a:pt x="803922" y="0"/>
                  </a:moveTo>
                  <a:lnTo>
                    <a:pt x="746099" y="0"/>
                  </a:lnTo>
                  <a:lnTo>
                    <a:pt x="746099" y="74612"/>
                  </a:lnTo>
                  <a:lnTo>
                    <a:pt x="759790" y="74612"/>
                  </a:lnTo>
                  <a:lnTo>
                    <a:pt x="759790" y="44246"/>
                  </a:lnTo>
                  <a:lnTo>
                    <a:pt x="798868" y="44246"/>
                  </a:lnTo>
                  <a:lnTo>
                    <a:pt x="798868" y="32296"/>
                  </a:lnTo>
                  <a:lnTo>
                    <a:pt x="759790" y="32296"/>
                  </a:lnTo>
                  <a:lnTo>
                    <a:pt x="759790" y="11950"/>
                  </a:lnTo>
                  <a:lnTo>
                    <a:pt x="803922" y="11950"/>
                  </a:lnTo>
                  <a:lnTo>
                    <a:pt x="803922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2043765" y="16103281"/>
              <a:ext cx="72624" cy="77164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2805028" y="16104549"/>
              <a:ext cx="64363" cy="74604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7550409" y="12964919"/>
              <a:ext cx="5293995" cy="3058795"/>
            </a:xfrm>
            <a:custGeom>
              <a:avLst/>
              <a:gdLst/>
              <a:ahLst/>
              <a:cxnLst/>
              <a:rect l="l" t="t" r="r" b="b"/>
              <a:pathLst>
                <a:path w="5293995" h="3058794">
                  <a:moveTo>
                    <a:pt x="5293581" y="0"/>
                  </a:moveTo>
                  <a:lnTo>
                    <a:pt x="0" y="0"/>
                  </a:lnTo>
                  <a:lnTo>
                    <a:pt x="0" y="3058472"/>
                  </a:lnTo>
                  <a:lnTo>
                    <a:pt x="5293582" y="3058472"/>
                  </a:lnTo>
                  <a:lnTo>
                    <a:pt x="5293581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8304263" y="12965353"/>
              <a:ext cx="3782695" cy="3061335"/>
            </a:xfrm>
            <a:custGeom>
              <a:avLst/>
              <a:gdLst/>
              <a:ahLst/>
              <a:cxnLst/>
              <a:rect l="l" t="t" r="r" b="b"/>
              <a:pathLst>
                <a:path w="3782695" h="3061334">
                  <a:moveTo>
                    <a:pt x="756513" y="0"/>
                  </a:moveTo>
                  <a:lnTo>
                    <a:pt x="0" y="0"/>
                  </a:lnTo>
                  <a:lnTo>
                    <a:pt x="12" y="3061208"/>
                  </a:lnTo>
                  <a:lnTo>
                    <a:pt x="756513" y="3061208"/>
                  </a:lnTo>
                  <a:lnTo>
                    <a:pt x="756513" y="0"/>
                  </a:lnTo>
                  <a:close/>
                </a:path>
                <a:path w="3782695" h="3061334">
                  <a:moveTo>
                    <a:pt x="2269540" y="0"/>
                  </a:moveTo>
                  <a:lnTo>
                    <a:pt x="1513039" y="0"/>
                  </a:lnTo>
                  <a:lnTo>
                    <a:pt x="1513039" y="3061208"/>
                  </a:lnTo>
                  <a:lnTo>
                    <a:pt x="2269540" y="3061208"/>
                  </a:lnTo>
                  <a:lnTo>
                    <a:pt x="2269540" y="0"/>
                  </a:lnTo>
                  <a:close/>
                </a:path>
                <a:path w="3782695" h="3061334">
                  <a:moveTo>
                    <a:pt x="3782580" y="0"/>
                  </a:moveTo>
                  <a:lnTo>
                    <a:pt x="3026067" y="0"/>
                  </a:lnTo>
                  <a:lnTo>
                    <a:pt x="3026067" y="3061208"/>
                  </a:lnTo>
                  <a:lnTo>
                    <a:pt x="3782580" y="3061208"/>
                  </a:lnTo>
                  <a:lnTo>
                    <a:pt x="3782580" y="0"/>
                  </a:lnTo>
                  <a:close/>
                </a:path>
              </a:pathLst>
            </a:custGeom>
            <a:solidFill>
              <a:srgbClr val="6D7B7B">
                <a:alpha val="9803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8296503" y="12966395"/>
              <a:ext cx="3797300" cy="3060700"/>
            </a:xfrm>
            <a:custGeom>
              <a:avLst/>
              <a:gdLst/>
              <a:ahLst/>
              <a:cxnLst/>
              <a:rect l="l" t="t" r="r" b="b"/>
              <a:pathLst>
                <a:path w="3797300" h="3060700">
                  <a:moveTo>
                    <a:pt x="18491" y="0"/>
                  </a:moveTo>
                  <a:lnTo>
                    <a:pt x="0" y="0"/>
                  </a:lnTo>
                  <a:lnTo>
                    <a:pt x="0" y="3060382"/>
                  </a:lnTo>
                  <a:lnTo>
                    <a:pt x="18491" y="3060382"/>
                  </a:lnTo>
                  <a:lnTo>
                    <a:pt x="18491" y="0"/>
                  </a:lnTo>
                  <a:close/>
                </a:path>
                <a:path w="3797300" h="3060700">
                  <a:moveTo>
                    <a:pt x="774204" y="0"/>
                  </a:moveTo>
                  <a:lnTo>
                    <a:pt x="755713" y="0"/>
                  </a:lnTo>
                  <a:lnTo>
                    <a:pt x="755713" y="3060382"/>
                  </a:lnTo>
                  <a:lnTo>
                    <a:pt x="774204" y="3060382"/>
                  </a:lnTo>
                  <a:lnTo>
                    <a:pt x="774204" y="0"/>
                  </a:lnTo>
                  <a:close/>
                </a:path>
                <a:path w="3797300" h="3060700">
                  <a:moveTo>
                    <a:pt x="1529803" y="0"/>
                  </a:moveTo>
                  <a:lnTo>
                    <a:pt x="1511300" y="0"/>
                  </a:lnTo>
                  <a:lnTo>
                    <a:pt x="1511300" y="3060382"/>
                  </a:lnTo>
                  <a:lnTo>
                    <a:pt x="1529803" y="3060382"/>
                  </a:lnTo>
                  <a:lnTo>
                    <a:pt x="1529803" y="0"/>
                  </a:lnTo>
                  <a:close/>
                </a:path>
                <a:path w="3797300" h="3060700">
                  <a:moveTo>
                    <a:pt x="2285390" y="0"/>
                  </a:moveTo>
                  <a:lnTo>
                    <a:pt x="2266899" y="0"/>
                  </a:lnTo>
                  <a:lnTo>
                    <a:pt x="2266899" y="3060382"/>
                  </a:lnTo>
                  <a:lnTo>
                    <a:pt x="2285390" y="3060382"/>
                  </a:lnTo>
                  <a:lnTo>
                    <a:pt x="2285390" y="0"/>
                  </a:lnTo>
                  <a:close/>
                </a:path>
                <a:path w="3797300" h="3060700">
                  <a:moveTo>
                    <a:pt x="3040989" y="0"/>
                  </a:moveTo>
                  <a:lnTo>
                    <a:pt x="3022485" y="0"/>
                  </a:lnTo>
                  <a:lnTo>
                    <a:pt x="3022485" y="3060382"/>
                  </a:lnTo>
                  <a:lnTo>
                    <a:pt x="3040989" y="3060382"/>
                  </a:lnTo>
                  <a:lnTo>
                    <a:pt x="3040989" y="0"/>
                  </a:lnTo>
                  <a:close/>
                </a:path>
                <a:path w="3797300" h="3060700">
                  <a:moveTo>
                    <a:pt x="3796703" y="0"/>
                  </a:moveTo>
                  <a:lnTo>
                    <a:pt x="3778199" y="0"/>
                  </a:lnTo>
                  <a:lnTo>
                    <a:pt x="3778199" y="3060382"/>
                  </a:lnTo>
                  <a:lnTo>
                    <a:pt x="3796703" y="3060382"/>
                  </a:lnTo>
                  <a:lnTo>
                    <a:pt x="37967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7199136" y="15588593"/>
              <a:ext cx="30480" cy="75565"/>
            </a:xfrm>
            <a:custGeom>
              <a:avLst/>
              <a:gdLst/>
              <a:ahLst/>
              <a:cxnLst/>
              <a:rect l="l" t="t" r="r" b="b"/>
              <a:pathLst>
                <a:path w="30479" h="75565">
                  <a:moveTo>
                    <a:pt x="30393" y="0"/>
                  </a:moveTo>
                  <a:lnTo>
                    <a:pt x="20961" y="0"/>
                  </a:lnTo>
                  <a:lnTo>
                    <a:pt x="0" y="6397"/>
                  </a:lnTo>
                  <a:lnTo>
                    <a:pt x="2885" y="17048"/>
                  </a:lnTo>
                  <a:lnTo>
                    <a:pt x="16867" y="13316"/>
                  </a:lnTo>
                  <a:lnTo>
                    <a:pt x="16867" y="75126"/>
                  </a:lnTo>
                  <a:lnTo>
                    <a:pt x="30393" y="75126"/>
                  </a:lnTo>
                  <a:lnTo>
                    <a:pt x="30393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7" name="object 5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252069" y="15587846"/>
              <a:ext cx="239439" cy="77152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189655" y="15205877"/>
              <a:ext cx="313888" cy="77152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7188705" y="14823942"/>
              <a:ext cx="315102" cy="77128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7184377" y="14441972"/>
              <a:ext cx="322981" cy="77128"/>
            </a:xfrm>
            <a:prstGeom prst="rect">
              <a:avLst/>
            </a:prstGeom>
          </p:spPr>
        </p:pic>
        <p:pic>
          <p:nvPicPr>
            <p:cNvPr id="61" name="object 6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7188865" y="14060003"/>
              <a:ext cx="315213" cy="77128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7188150" y="13678032"/>
              <a:ext cx="317766" cy="77128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7193082" y="13296062"/>
              <a:ext cx="309122" cy="77128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7188593" y="12928547"/>
              <a:ext cx="315879" cy="77128"/>
            </a:xfrm>
            <a:prstGeom prst="rect">
              <a:avLst/>
            </a:prstGeom>
          </p:spPr>
        </p:pic>
        <p:sp>
          <p:nvSpPr>
            <p:cNvPr id="65" name="object 65"/>
            <p:cNvSpPr/>
            <p:nvPr/>
          </p:nvSpPr>
          <p:spPr>
            <a:xfrm>
              <a:off x="7535009" y="13448187"/>
              <a:ext cx="5307330" cy="2375535"/>
            </a:xfrm>
            <a:custGeom>
              <a:avLst/>
              <a:gdLst/>
              <a:ahLst/>
              <a:cxnLst/>
              <a:rect l="l" t="t" r="r" b="b"/>
              <a:pathLst>
                <a:path w="5307330" h="2375534">
                  <a:moveTo>
                    <a:pt x="5294431" y="0"/>
                  </a:moveTo>
                  <a:lnTo>
                    <a:pt x="4533168" y="365027"/>
                  </a:lnTo>
                  <a:lnTo>
                    <a:pt x="3783125" y="266691"/>
                  </a:lnTo>
                  <a:lnTo>
                    <a:pt x="3024327" y="1221379"/>
                  </a:lnTo>
                  <a:lnTo>
                    <a:pt x="2266639" y="991534"/>
                  </a:lnTo>
                  <a:lnTo>
                    <a:pt x="1516843" y="1559513"/>
                  </a:lnTo>
                  <a:lnTo>
                    <a:pt x="754716" y="1423146"/>
                  </a:lnTo>
                  <a:lnTo>
                    <a:pt x="0" y="2358889"/>
                  </a:lnTo>
                  <a:lnTo>
                    <a:pt x="21935" y="2375227"/>
                  </a:lnTo>
                  <a:lnTo>
                    <a:pt x="766306" y="1452410"/>
                  </a:lnTo>
                  <a:lnTo>
                    <a:pt x="1524117" y="1587947"/>
                  </a:lnTo>
                  <a:lnTo>
                    <a:pt x="2272188" y="1021153"/>
                  </a:lnTo>
                  <a:lnTo>
                    <a:pt x="3034561" y="1252420"/>
                  </a:lnTo>
                  <a:lnTo>
                    <a:pt x="3795331" y="295244"/>
                  </a:lnTo>
                  <a:lnTo>
                    <a:pt x="4537977" y="392632"/>
                  </a:lnTo>
                  <a:lnTo>
                    <a:pt x="5306885" y="23813"/>
                  </a:lnTo>
                  <a:lnTo>
                    <a:pt x="5294431" y="0"/>
                  </a:lnTo>
                  <a:close/>
                </a:path>
              </a:pathLst>
            </a:custGeom>
            <a:solidFill>
              <a:srgbClr val="308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7538080" y="13055199"/>
              <a:ext cx="5306060" cy="2143760"/>
            </a:xfrm>
            <a:custGeom>
              <a:avLst/>
              <a:gdLst/>
              <a:ahLst/>
              <a:cxnLst/>
              <a:rect l="l" t="t" r="r" b="b"/>
              <a:pathLst>
                <a:path w="5306059" h="2143759">
                  <a:moveTo>
                    <a:pt x="759907" y="0"/>
                  </a:moveTo>
                  <a:lnTo>
                    <a:pt x="0" y="500565"/>
                  </a:lnTo>
                  <a:lnTo>
                    <a:pt x="15782" y="522602"/>
                  </a:lnTo>
                  <a:lnTo>
                    <a:pt x="754851" y="35780"/>
                  </a:lnTo>
                  <a:lnTo>
                    <a:pt x="1506374" y="899951"/>
                  </a:lnTo>
                  <a:lnTo>
                    <a:pt x="2282928" y="1980106"/>
                  </a:lnTo>
                  <a:lnTo>
                    <a:pt x="3025819" y="1264860"/>
                  </a:lnTo>
                  <a:lnTo>
                    <a:pt x="3783877" y="2076902"/>
                  </a:lnTo>
                  <a:lnTo>
                    <a:pt x="4532071" y="1602046"/>
                  </a:lnTo>
                  <a:lnTo>
                    <a:pt x="5289266" y="2143569"/>
                  </a:lnTo>
                  <a:lnTo>
                    <a:pt x="5305912" y="2122196"/>
                  </a:lnTo>
                  <a:lnTo>
                    <a:pt x="4532934" y="1569465"/>
                  </a:lnTo>
                  <a:lnTo>
                    <a:pt x="3788563" y="2042070"/>
                  </a:lnTo>
                  <a:lnTo>
                    <a:pt x="3026929" y="1226118"/>
                  </a:lnTo>
                  <a:lnTo>
                    <a:pt x="2286750" y="1938639"/>
                  </a:lnTo>
                  <a:lnTo>
                    <a:pt x="1528815" y="884312"/>
                  </a:lnTo>
                  <a:lnTo>
                    <a:pt x="759907" y="0"/>
                  </a:lnTo>
                  <a:close/>
                </a:path>
              </a:pathLst>
            </a:custGeom>
            <a:solidFill>
              <a:srgbClr val="1CD0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7539806" y="13650545"/>
              <a:ext cx="5299075" cy="1938020"/>
            </a:xfrm>
            <a:custGeom>
              <a:avLst/>
              <a:gdLst/>
              <a:ahLst/>
              <a:cxnLst/>
              <a:rect l="l" t="t" r="r" b="b"/>
              <a:pathLst>
                <a:path w="5299075" h="1938019">
                  <a:moveTo>
                    <a:pt x="758674" y="0"/>
                  </a:moveTo>
                  <a:lnTo>
                    <a:pt x="0" y="364672"/>
                  </a:lnTo>
                  <a:lnTo>
                    <a:pt x="12330" y="388486"/>
                  </a:lnTo>
                  <a:lnTo>
                    <a:pt x="752632" y="32699"/>
                  </a:lnTo>
                  <a:lnTo>
                    <a:pt x="1505635" y="799483"/>
                  </a:lnTo>
                  <a:lnTo>
                    <a:pt x="2259624" y="1283461"/>
                  </a:lnTo>
                  <a:lnTo>
                    <a:pt x="3021011" y="1370423"/>
                  </a:lnTo>
                  <a:lnTo>
                    <a:pt x="3780671" y="1690619"/>
                  </a:lnTo>
                  <a:lnTo>
                    <a:pt x="4528495" y="1784204"/>
                  </a:lnTo>
                  <a:lnTo>
                    <a:pt x="5293088" y="1937549"/>
                  </a:lnTo>
                  <a:lnTo>
                    <a:pt x="5298760" y="1911461"/>
                  </a:lnTo>
                  <a:lnTo>
                    <a:pt x="4533551" y="1757997"/>
                  </a:lnTo>
                  <a:lnTo>
                    <a:pt x="3788193" y="1664673"/>
                  </a:lnTo>
                  <a:lnTo>
                    <a:pt x="3028285" y="1344358"/>
                  </a:lnTo>
                  <a:lnTo>
                    <a:pt x="2269611" y="1257752"/>
                  </a:lnTo>
                  <a:lnTo>
                    <a:pt x="1524746" y="780052"/>
                  </a:lnTo>
                  <a:lnTo>
                    <a:pt x="758674" y="0"/>
                  </a:lnTo>
                  <a:close/>
                </a:path>
              </a:pathLst>
            </a:custGeom>
            <a:solidFill>
              <a:srgbClr val="FFA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Words>390</Words>
  <Application>Microsoft Office PowerPoint</Application>
  <PresentationFormat>Personalizar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Rodrigo Correa da Gama</cp:lastModifiedBy>
  <cp:revision>4</cp:revision>
  <dcterms:created xsi:type="dcterms:W3CDTF">2025-11-03T05:41:17Z</dcterms:created>
  <dcterms:modified xsi:type="dcterms:W3CDTF">2025-11-06T23:15:12Z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2025-11-02T00:00:00Z</vt:filetime>
  </property>
  <property fmtid="{D5CDD505-2E9C-101B-9397-08002B2CF9AE}" pid="3" name="LastSaved">
    <vt:filetime>2025-11-03T00:00:00Z</vt:filetime>
  </property>
</Properties>
</file>